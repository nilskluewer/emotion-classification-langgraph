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198600" cy="20104100"/>
  <p:notesSz cx="141986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0AEFB-3A9E-CC4E-82BF-917E37EFFB3D}" v="988" dt="2025-03-10T13:46:42.8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03"/>
    <p:restoredTop sz="94710"/>
  </p:normalViewPr>
  <p:slideViewPr>
    <p:cSldViewPr>
      <p:cViewPr>
        <p:scale>
          <a:sx n="196" d="100"/>
          <a:sy n="196" d="100"/>
        </p:scale>
        <p:origin x="-2352" y="-49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ls Klüwer" userId="31295c43ce5ef09e" providerId="LiveId" clId="{CAB0AEFB-3A9E-CC4E-82BF-917E37EFFB3D}"/>
    <pc:docChg chg="undo custSel modSld modMainMaster">
      <pc:chgData name="Nils Klüwer" userId="31295c43ce5ef09e" providerId="LiveId" clId="{CAB0AEFB-3A9E-CC4E-82BF-917E37EFFB3D}" dt="2025-03-12T10:27:22.659" v="4404" actId="20577"/>
      <pc:docMkLst>
        <pc:docMk/>
      </pc:docMkLst>
      <pc:sldChg chg="addSp delSp modSp mod setBg">
        <pc:chgData name="Nils Klüwer" userId="31295c43ce5ef09e" providerId="LiveId" clId="{CAB0AEFB-3A9E-CC4E-82BF-917E37EFFB3D}" dt="2025-03-12T10:27:22.659" v="4404" actId="20577"/>
        <pc:sldMkLst>
          <pc:docMk/>
          <pc:sldMk cId="0" sldId="256"/>
        </pc:sldMkLst>
        <pc:spChg chg="mod">
          <ac:chgData name="Nils Klüwer" userId="31295c43ce5ef09e" providerId="LiveId" clId="{CAB0AEFB-3A9E-CC4E-82BF-917E37EFFB3D}" dt="2025-03-10T12:05:50.004" v="3554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Nils Klüwer" userId="31295c43ce5ef09e" providerId="LiveId" clId="{CAB0AEFB-3A9E-CC4E-82BF-917E37EFFB3D}" dt="2025-03-10T13:34:23.094" v="3690" actId="121"/>
          <ac:spMkLst>
            <pc:docMk/>
            <pc:sldMk cId="0" sldId="256"/>
            <ac:spMk id="4" creationId="{00000000-0000-0000-0000-000000000000}"/>
          </ac:spMkLst>
        </pc:spChg>
        <pc:spChg chg="mod">
          <ac:chgData name="Nils Klüwer" userId="31295c43ce5ef09e" providerId="LiveId" clId="{CAB0AEFB-3A9E-CC4E-82BF-917E37EFFB3D}" dt="2025-03-10T09:20:13.952" v="3173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Nils Klüwer" userId="31295c43ce5ef09e" providerId="LiveId" clId="{CAB0AEFB-3A9E-CC4E-82BF-917E37EFFB3D}" dt="2025-03-10T09:32:50.442" v="3253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Nils Klüwer" userId="31295c43ce5ef09e" providerId="LiveId" clId="{CAB0AEFB-3A9E-CC4E-82BF-917E37EFFB3D}" dt="2025-03-11T07:10:47.884" v="4348" actId="1410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Nils Klüwer" userId="31295c43ce5ef09e" providerId="LiveId" clId="{CAB0AEFB-3A9E-CC4E-82BF-917E37EFFB3D}" dt="2025-03-10T09:21:07.897" v="3179" actId="164"/>
          <ac:spMkLst>
            <pc:docMk/>
            <pc:sldMk cId="0" sldId="256"/>
            <ac:spMk id="14" creationId="{00000000-0000-0000-0000-000000000000}"/>
          </ac:spMkLst>
        </pc:spChg>
        <pc:spChg chg="mod">
          <ac:chgData name="Nils Klüwer" userId="31295c43ce5ef09e" providerId="LiveId" clId="{CAB0AEFB-3A9E-CC4E-82BF-917E37EFFB3D}" dt="2025-03-10T13:41:49.871" v="3736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Nils Klüwer" userId="31295c43ce5ef09e" providerId="LiveId" clId="{CAB0AEFB-3A9E-CC4E-82BF-917E37EFFB3D}" dt="2025-03-10T08:55:20.970" v="2771" actId="122"/>
          <ac:spMkLst>
            <pc:docMk/>
            <pc:sldMk cId="0" sldId="256"/>
            <ac:spMk id="18" creationId="{00000000-0000-0000-0000-000000000000}"/>
          </ac:spMkLst>
        </pc:spChg>
        <pc:spChg chg="mod">
          <ac:chgData name="Nils Klüwer" userId="31295c43ce5ef09e" providerId="LiveId" clId="{CAB0AEFB-3A9E-CC4E-82BF-917E37EFFB3D}" dt="2025-03-10T12:05:56.055" v="3566" actId="20577"/>
          <ac:spMkLst>
            <pc:docMk/>
            <pc:sldMk cId="0" sldId="256"/>
            <ac:spMk id="22" creationId="{00000000-0000-0000-0000-000000000000}"/>
          </ac:spMkLst>
        </pc:spChg>
        <pc:spChg chg="mod">
          <ac:chgData name="Nils Klüwer" userId="31295c43ce5ef09e" providerId="LiveId" clId="{CAB0AEFB-3A9E-CC4E-82BF-917E37EFFB3D}" dt="2025-03-10T09:33:20.167" v="3260" actId="122"/>
          <ac:spMkLst>
            <pc:docMk/>
            <pc:sldMk cId="0" sldId="256"/>
            <ac:spMk id="30" creationId="{00000000-0000-0000-0000-000000000000}"/>
          </ac:spMkLst>
        </pc:spChg>
        <pc:spChg chg="mod">
          <ac:chgData name="Nils Klüwer" userId="31295c43ce5ef09e" providerId="LiveId" clId="{CAB0AEFB-3A9E-CC4E-82BF-917E37EFFB3D}" dt="2025-03-10T12:07:44.257" v="3598" actId="107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Nils Klüwer" userId="31295c43ce5ef09e" providerId="LiveId" clId="{CAB0AEFB-3A9E-CC4E-82BF-917E37EFFB3D}" dt="2025-03-12T10:27:02.885" v="4402" actId="20577"/>
          <ac:spMkLst>
            <pc:docMk/>
            <pc:sldMk cId="0" sldId="256"/>
            <ac:spMk id="99" creationId="{00000000-0000-0000-0000-000000000000}"/>
          </ac:spMkLst>
        </pc:spChg>
        <pc:spChg chg="mod">
          <ac:chgData name="Nils Klüwer" userId="31295c43ce5ef09e" providerId="LiveId" clId="{CAB0AEFB-3A9E-CC4E-82BF-917E37EFFB3D}" dt="2025-03-11T15:05:24.861" v="4372" actId="20577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Nils Klüwer" userId="31295c43ce5ef09e" providerId="LiveId" clId="{CAB0AEFB-3A9E-CC4E-82BF-917E37EFFB3D}" dt="2025-03-10T09:42:35.181" v="3422" actId="20577"/>
          <ac:spMkLst>
            <pc:docMk/>
            <pc:sldMk cId="0" sldId="256"/>
            <ac:spMk id="122" creationId="{00000000-0000-0000-0000-000000000000}"/>
          </ac:spMkLst>
        </pc:spChg>
        <pc:spChg chg="add mod">
          <ac:chgData name="Nils Klüwer" userId="31295c43ce5ef09e" providerId="LiveId" clId="{CAB0AEFB-3A9E-CC4E-82BF-917E37EFFB3D}" dt="2025-03-11T07:10:52.357" v="4350" actId="1076"/>
          <ac:spMkLst>
            <pc:docMk/>
            <pc:sldMk cId="0" sldId="256"/>
            <ac:spMk id="168" creationId="{5E408B32-4EC3-9D49-293E-CA5DCF3F7DEA}"/>
          </ac:spMkLst>
        </pc:spChg>
        <pc:spChg chg="add mod">
          <ac:chgData name="Nils Klüwer" userId="31295c43ce5ef09e" providerId="LiveId" clId="{CAB0AEFB-3A9E-CC4E-82BF-917E37EFFB3D}" dt="2025-03-10T08:34:37.566" v="2397" actId="1076"/>
          <ac:spMkLst>
            <pc:docMk/>
            <pc:sldMk cId="0" sldId="256"/>
            <ac:spMk id="169" creationId="{9877D997-5E96-775B-D41A-ADF1397BCF85}"/>
          </ac:spMkLst>
        </pc:spChg>
        <pc:spChg chg="add mod">
          <ac:chgData name="Nils Klüwer" userId="31295c43ce5ef09e" providerId="LiveId" clId="{CAB0AEFB-3A9E-CC4E-82BF-917E37EFFB3D}" dt="2025-03-12T10:27:22.659" v="4404" actId="20577"/>
          <ac:spMkLst>
            <pc:docMk/>
            <pc:sldMk cId="0" sldId="256"/>
            <ac:spMk id="170" creationId="{1851A083-1074-97D4-2210-181EB372A1E4}"/>
          </ac:spMkLst>
        </pc:spChg>
        <pc:spChg chg="add mod">
          <ac:chgData name="Nils Klüwer" userId="31295c43ce5ef09e" providerId="LiveId" clId="{CAB0AEFB-3A9E-CC4E-82BF-917E37EFFB3D}" dt="2025-03-10T09:27:11.864" v="3244" actId="1076"/>
          <ac:spMkLst>
            <pc:docMk/>
            <pc:sldMk cId="0" sldId="256"/>
            <ac:spMk id="176" creationId="{B90A8D2D-9A8E-54FF-D2F7-9904D3DD3467}"/>
          </ac:spMkLst>
        </pc:spChg>
        <pc:spChg chg="add mod">
          <ac:chgData name="Nils Klüwer" userId="31295c43ce5ef09e" providerId="LiveId" clId="{CAB0AEFB-3A9E-CC4E-82BF-917E37EFFB3D}" dt="2025-03-10T09:47:07.263" v="3481" actId="1076"/>
          <ac:spMkLst>
            <pc:docMk/>
            <pc:sldMk cId="0" sldId="256"/>
            <ac:spMk id="181" creationId="{90569C14-6CA4-4F60-96BC-5CBF94096C32}"/>
          </ac:spMkLst>
        </pc:spChg>
        <pc:spChg chg="add mod">
          <ac:chgData name="Nils Klüwer" userId="31295c43ce5ef09e" providerId="LiveId" clId="{CAB0AEFB-3A9E-CC4E-82BF-917E37EFFB3D}" dt="2025-03-10T09:21:19.150" v="3180" actId="164"/>
          <ac:spMkLst>
            <pc:docMk/>
            <pc:sldMk cId="0" sldId="256"/>
            <ac:spMk id="184" creationId="{35EF9ECC-C415-1194-02DD-63EE4D37AAA0}"/>
          </ac:spMkLst>
        </pc:spChg>
        <pc:spChg chg="add mod">
          <ac:chgData name="Nils Klüwer" userId="31295c43ce5ef09e" providerId="LiveId" clId="{CAB0AEFB-3A9E-CC4E-82BF-917E37EFFB3D}" dt="2025-03-10T09:47:06.730" v="3480" actId="1076"/>
          <ac:spMkLst>
            <pc:docMk/>
            <pc:sldMk cId="0" sldId="256"/>
            <ac:spMk id="185" creationId="{E3E67E3A-ED82-DCB5-7D1B-F55C2850948C}"/>
          </ac:spMkLst>
        </pc:spChg>
        <pc:spChg chg="add mod">
          <ac:chgData name="Nils Klüwer" userId="31295c43ce5ef09e" providerId="LiveId" clId="{CAB0AEFB-3A9E-CC4E-82BF-917E37EFFB3D}" dt="2025-03-10T09:47:17.480" v="3484" actId="14100"/>
          <ac:spMkLst>
            <pc:docMk/>
            <pc:sldMk cId="0" sldId="256"/>
            <ac:spMk id="187" creationId="{4B8C6909-6563-C610-AEAE-A4E03393285B}"/>
          </ac:spMkLst>
        </pc:spChg>
        <pc:spChg chg="add mod">
          <ac:chgData name="Nils Klüwer" userId="31295c43ce5ef09e" providerId="LiveId" clId="{CAB0AEFB-3A9E-CC4E-82BF-917E37EFFB3D}" dt="2025-03-10T09:26:00.994" v="3230" actId="14100"/>
          <ac:spMkLst>
            <pc:docMk/>
            <pc:sldMk cId="0" sldId="256"/>
            <ac:spMk id="189" creationId="{DDED364E-2AE0-6270-07A3-94F130986557}"/>
          </ac:spMkLst>
        </pc:spChg>
        <pc:spChg chg="add mod">
          <ac:chgData name="Nils Klüwer" userId="31295c43ce5ef09e" providerId="LiveId" clId="{CAB0AEFB-3A9E-CC4E-82BF-917E37EFFB3D}" dt="2025-03-10T08:18:56.392" v="2104" actId="20577"/>
          <ac:spMkLst>
            <pc:docMk/>
            <pc:sldMk cId="0" sldId="256"/>
            <ac:spMk id="191" creationId="{A3501BB0-0B18-F704-FC12-5C03CE3B9143}"/>
          </ac:spMkLst>
        </pc:spChg>
        <pc:spChg chg="add mod">
          <ac:chgData name="Nils Klüwer" userId="31295c43ce5ef09e" providerId="LiveId" clId="{CAB0AEFB-3A9E-CC4E-82BF-917E37EFFB3D}" dt="2025-03-11T07:13:45.107" v="4352" actId="1076"/>
          <ac:spMkLst>
            <pc:docMk/>
            <pc:sldMk cId="0" sldId="256"/>
            <ac:spMk id="195" creationId="{51612FD1-50FD-33BA-C436-D21A31503338}"/>
          </ac:spMkLst>
        </pc:spChg>
        <pc:spChg chg="add mod">
          <ac:chgData name="Nils Klüwer" userId="31295c43ce5ef09e" providerId="LiveId" clId="{CAB0AEFB-3A9E-CC4E-82BF-917E37EFFB3D}" dt="2025-03-10T09:02:07.694" v="2961" actId="1076"/>
          <ac:spMkLst>
            <pc:docMk/>
            <pc:sldMk cId="0" sldId="256"/>
            <ac:spMk id="199" creationId="{15B171BB-F39F-0AC1-FA93-29E5178C3A47}"/>
          </ac:spMkLst>
        </pc:spChg>
        <pc:spChg chg="add mod">
          <ac:chgData name="Nils Klüwer" userId="31295c43ce5ef09e" providerId="LiveId" clId="{CAB0AEFB-3A9E-CC4E-82BF-917E37EFFB3D}" dt="2025-03-10T09:56:41.054" v="3529" actId="20577"/>
          <ac:spMkLst>
            <pc:docMk/>
            <pc:sldMk cId="0" sldId="256"/>
            <ac:spMk id="203" creationId="{F33020E9-DA24-25DC-E389-624F6B37862A}"/>
          </ac:spMkLst>
        </pc:spChg>
        <pc:spChg chg="mod">
          <ac:chgData name="Nils Klüwer" userId="31295c43ce5ef09e" providerId="LiveId" clId="{CAB0AEFB-3A9E-CC4E-82BF-917E37EFFB3D}" dt="2025-03-10T09:49:18.258" v="3496" actId="14100"/>
          <ac:spMkLst>
            <pc:docMk/>
            <pc:sldMk cId="0" sldId="256"/>
            <ac:spMk id="207" creationId="{C1477F7C-784F-16C6-FB3F-99F4835A992D}"/>
          </ac:spMkLst>
        </pc:spChg>
        <pc:spChg chg="mod">
          <ac:chgData name="Nils Klüwer" userId="31295c43ce5ef09e" providerId="LiveId" clId="{CAB0AEFB-3A9E-CC4E-82BF-917E37EFFB3D}" dt="2025-03-10T08:54:51.135" v="2764"/>
          <ac:spMkLst>
            <pc:docMk/>
            <pc:sldMk cId="0" sldId="256"/>
            <ac:spMk id="208" creationId="{C3604A54-6744-D36D-D017-C7A2974D5FF4}"/>
          </ac:spMkLst>
        </pc:spChg>
        <pc:spChg chg="add mod">
          <ac:chgData name="Nils Klüwer" userId="31295c43ce5ef09e" providerId="LiveId" clId="{CAB0AEFB-3A9E-CC4E-82BF-917E37EFFB3D}" dt="2025-03-12T10:27:10.061" v="4403" actId="20577"/>
          <ac:spMkLst>
            <pc:docMk/>
            <pc:sldMk cId="0" sldId="256"/>
            <ac:spMk id="212" creationId="{A3F348D5-0051-AFB9-7FF2-992577EE3428}"/>
          </ac:spMkLst>
        </pc:spChg>
        <pc:spChg chg="add mod">
          <ac:chgData name="Nils Klüwer" userId="31295c43ce5ef09e" providerId="LiveId" clId="{CAB0AEFB-3A9E-CC4E-82BF-917E37EFFB3D}" dt="2025-03-10T09:02:22.261" v="2971" actId="1076"/>
          <ac:spMkLst>
            <pc:docMk/>
            <pc:sldMk cId="0" sldId="256"/>
            <ac:spMk id="213" creationId="{C79978F2-B140-E71C-6542-C595FA78696D}"/>
          </ac:spMkLst>
        </pc:spChg>
        <pc:spChg chg="add mod">
          <ac:chgData name="Nils Klüwer" userId="31295c43ce5ef09e" providerId="LiveId" clId="{CAB0AEFB-3A9E-CC4E-82BF-917E37EFFB3D}" dt="2025-03-10T09:02:33.198" v="2977" actId="1076"/>
          <ac:spMkLst>
            <pc:docMk/>
            <pc:sldMk cId="0" sldId="256"/>
            <ac:spMk id="214" creationId="{73F40D12-7E56-1934-8222-9D9CC1135009}"/>
          </ac:spMkLst>
        </pc:spChg>
        <pc:spChg chg="add mod">
          <ac:chgData name="Nils Klüwer" userId="31295c43ce5ef09e" providerId="LiveId" clId="{CAB0AEFB-3A9E-CC4E-82BF-917E37EFFB3D}" dt="2025-03-10T09:03:01.526" v="2990" actId="1076"/>
          <ac:spMkLst>
            <pc:docMk/>
            <pc:sldMk cId="0" sldId="256"/>
            <ac:spMk id="215" creationId="{501A2EC1-A50C-6AC2-B001-2A334EE9EDDC}"/>
          </ac:spMkLst>
        </pc:spChg>
        <pc:spChg chg="add mod">
          <ac:chgData name="Nils Klüwer" userId="31295c43ce5ef09e" providerId="LiveId" clId="{CAB0AEFB-3A9E-CC4E-82BF-917E37EFFB3D}" dt="2025-03-10T09:03:19.970" v="2997" actId="1076"/>
          <ac:spMkLst>
            <pc:docMk/>
            <pc:sldMk cId="0" sldId="256"/>
            <ac:spMk id="216" creationId="{794C9564-020B-431C-10EC-482ECDAE9850}"/>
          </ac:spMkLst>
        </pc:spChg>
        <pc:spChg chg="mod">
          <ac:chgData name="Nils Klüwer" userId="31295c43ce5ef09e" providerId="LiveId" clId="{CAB0AEFB-3A9E-CC4E-82BF-917E37EFFB3D}" dt="2025-03-11T07:10:27.073" v="4344" actId="1076"/>
          <ac:spMkLst>
            <pc:docMk/>
            <pc:sldMk cId="0" sldId="256"/>
            <ac:spMk id="223" creationId="{6549EF00-8C28-A50C-0B4D-CE807D4872E9}"/>
          </ac:spMkLst>
        </pc:spChg>
        <pc:spChg chg="mod">
          <ac:chgData name="Nils Klüwer" userId="31295c43ce5ef09e" providerId="LiveId" clId="{CAB0AEFB-3A9E-CC4E-82BF-917E37EFFB3D}" dt="2025-03-11T07:10:35.505" v="4345" actId="14100"/>
          <ac:spMkLst>
            <pc:docMk/>
            <pc:sldMk cId="0" sldId="256"/>
            <ac:spMk id="224" creationId="{083B201F-BDEE-3F56-E76B-9B8FF2F4330A}"/>
          </ac:spMkLst>
        </pc:spChg>
        <pc:spChg chg="mod">
          <ac:chgData name="Nils Klüwer" userId="31295c43ce5ef09e" providerId="LiveId" clId="{CAB0AEFB-3A9E-CC4E-82BF-917E37EFFB3D}" dt="2025-03-10T09:32:35.569" v="3248" actId="14100"/>
          <ac:spMkLst>
            <pc:docMk/>
            <pc:sldMk cId="0" sldId="256"/>
            <ac:spMk id="225" creationId="{1BAB4156-9257-3155-A5EF-9EF0245B6DFF}"/>
          </ac:spMkLst>
        </pc:spChg>
        <pc:spChg chg="add mod">
          <ac:chgData name="Nils Klüwer" userId="31295c43ce5ef09e" providerId="LiveId" clId="{CAB0AEFB-3A9E-CC4E-82BF-917E37EFFB3D}" dt="2025-03-10T09:35:28.183" v="3354" actId="5793"/>
          <ac:spMkLst>
            <pc:docMk/>
            <pc:sldMk cId="0" sldId="256"/>
            <ac:spMk id="234" creationId="{AFC9B847-C1CC-22A5-9DCF-589C535506F5}"/>
          </ac:spMkLst>
        </pc:spChg>
        <pc:spChg chg="mod">
          <ac:chgData name="Nils Klüwer" userId="31295c43ce5ef09e" providerId="LiveId" clId="{CAB0AEFB-3A9E-CC4E-82BF-917E37EFFB3D}" dt="2025-03-10T09:49:45.023" v="3502" actId="14100"/>
          <ac:spMkLst>
            <pc:docMk/>
            <pc:sldMk cId="0" sldId="256"/>
            <ac:spMk id="238" creationId="{5199642F-F69D-A918-CAFF-77A55C73D6EF}"/>
          </ac:spMkLst>
        </pc:spChg>
        <pc:spChg chg="mod">
          <ac:chgData name="Nils Klüwer" userId="31295c43ce5ef09e" providerId="LiveId" clId="{CAB0AEFB-3A9E-CC4E-82BF-917E37EFFB3D}" dt="2025-03-10T09:59:51.289" v="3533" actId="207"/>
          <ac:spMkLst>
            <pc:docMk/>
            <pc:sldMk cId="0" sldId="256"/>
            <ac:spMk id="239" creationId="{4D8CF150-823C-2B24-BE86-01150DDCC86D}"/>
          </ac:spMkLst>
        </pc:spChg>
        <pc:spChg chg="add mod">
          <ac:chgData name="Nils Klüwer" userId="31295c43ce5ef09e" providerId="LiveId" clId="{CAB0AEFB-3A9E-CC4E-82BF-917E37EFFB3D}" dt="2025-03-10T11:53:26.845" v="3545" actId="20577"/>
          <ac:spMkLst>
            <pc:docMk/>
            <pc:sldMk cId="0" sldId="256"/>
            <ac:spMk id="240" creationId="{126B5258-F54A-67F3-CBD3-17DDBE309A13}"/>
          </ac:spMkLst>
        </pc:spChg>
        <pc:grpChg chg="mod">
          <ac:chgData name="Nils Klüwer" userId="31295c43ce5ef09e" providerId="LiveId" clId="{CAB0AEFB-3A9E-CC4E-82BF-917E37EFFB3D}" dt="2025-03-10T09:04:36.811" v="3031" actId="164"/>
          <ac:grpSpMkLst>
            <pc:docMk/>
            <pc:sldMk cId="0" sldId="256"/>
            <ac:grpSpMk id="8" creationId="{00000000-0000-0000-0000-000000000000}"/>
          </ac:grpSpMkLst>
        </pc:grpChg>
        <pc:grpChg chg="mod">
          <ac:chgData name="Nils Klüwer" userId="31295c43ce5ef09e" providerId="LiveId" clId="{CAB0AEFB-3A9E-CC4E-82BF-917E37EFFB3D}" dt="2025-03-10T09:21:19.150" v="3180" actId="164"/>
          <ac:grpSpMkLst>
            <pc:docMk/>
            <pc:sldMk cId="0" sldId="256"/>
            <ac:grpSpMk id="12" creationId="{00000000-0000-0000-0000-000000000000}"/>
          </ac:grpSpMkLst>
        </pc:grpChg>
        <pc:grpChg chg="mod">
          <ac:chgData name="Nils Klüwer" userId="31295c43ce5ef09e" providerId="LiveId" clId="{CAB0AEFB-3A9E-CC4E-82BF-917E37EFFB3D}" dt="2025-03-10T09:48:31.308" v="3490" actId="164"/>
          <ac:grpSpMkLst>
            <pc:docMk/>
            <pc:sldMk cId="0" sldId="256"/>
            <ac:grpSpMk id="16" creationId="{00000000-0000-0000-0000-000000000000}"/>
          </ac:grpSpMkLst>
        </pc:grpChg>
        <pc:grpChg chg="add mod">
          <ac:chgData name="Nils Klüwer" userId="31295c43ce5ef09e" providerId="LiveId" clId="{CAB0AEFB-3A9E-CC4E-82BF-917E37EFFB3D}" dt="2025-03-10T09:49:22.731" v="3497" actId="1076"/>
          <ac:grpSpMkLst>
            <pc:docMk/>
            <pc:sldMk cId="0" sldId="256"/>
            <ac:grpSpMk id="206" creationId="{2EAA19DC-D904-F48D-4143-3D24EB236296}"/>
          </ac:grpSpMkLst>
        </pc:grpChg>
        <pc:grpChg chg="add mod">
          <ac:chgData name="Nils Klüwer" userId="31295c43ce5ef09e" providerId="LiveId" clId="{CAB0AEFB-3A9E-CC4E-82BF-917E37EFFB3D}" dt="2025-03-10T09:23:54.394" v="3202" actId="1076"/>
          <ac:grpSpMkLst>
            <pc:docMk/>
            <pc:sldMk cId="0" sldId="256"/>
            <ac:grpSpMk id="220" creationId="{F4705566-AB44-64A0-DE93-A3BDABD362D9}"/>
          </ac:grpSpMkLst>
        </pc:grpChg>
        <pc:grpChg chg="add mod">
          <ac:chgData name="Nils Klüwer" userId="31295c43ce5ef09e" providerId="LiveId" clId="{CAB0AEFB-3A9E-CC4E-82BF-917E37EFFB3D}" dt="2025-03-10T09:24:00.324" v="3204" actId="1076"/>
          <ac:grpSpMkLst>
            <pc:docMk/>
            <pc:sldMk cId="0" sldId="256"/>
            <ac:grpSpMk id="221" creationId="{12CF3DA8-7F70-8042-3758-D9B6E5496337}"/>
          </ac:grpSpMkLst>
        </pc:grpChg>
        <pc:grpChg chg="mod">
          <ac:chgData name="Nils Klüwer" userId="31295c43ce5ef09e" providerId="LiveId" clId="{CAB0AEFB-3A9E-CC4E-82BF-917E37EFFB3D}" dt="2025-03-10T09:04:37.854" v="3032"/>
          <ac:grpSpMkLst>
            <pc:docMk/>
            <pc:sldMk cId="0" sldId="256"/>
            <ac:grpSpMk id="222" creationId="{99B4798B-7D36-7264-FBAA-6BC8779CB9E8}"/>
          </ac:grpSpMkLst>
        </pc:grpChg>
        <pc:grpChg chg="add mod">
          <ac:chgData name="Nils Klüwer" userId="31295c43ce5ef09e" providerId="LiveId" clId="{CAB0AEFB-3A9E-CC4E-82BF-917E37EFFB3D}" dt="2025-03-10T09:22:49.155" v="3190" actId="164"/>
          <ac:grpSpMkLst>
            <pc:docMk/>
            <pc:sldMk cId="0" sldId="256"/>
            <ac:grpSpMk id="232" creationId="{9213C06F-220A-B6C9-2702-D5B0277D0DC8}"/>
          </ac:grpSpMkLst>
        </pc:grpChg>
        <pc:grpChg chg="add mod">
          <ac:chgData name="Nils Klüwer" userId="31295c43ce5ef09e" providerId="LiveId" clId="{CAB0AEFB-3A9E-CC4E-82BF-917E37EFFB3D}" dt="2025-03-11T07:10:43.915" v="4347" actId="1076"/>
          <ac:grpSpMkLst>
            <pc:docMk/>
            <pc:sldMk cId="0" sldId="256"/>
            <ac:grpSpMk id="233" creationId="{7A097244-447B-67C5-2996-F66910F4C573}"/>
          </ac:grpSpMkLst>
        </pc:grpChg>
        <pc:grpChg chg="add mod">
          <ac:chgData name="Nils Klüwer" userId="31295c43ce5ef09e" providerId="LiveId" clId="{CAB0AEFB-3A9E-CC4E-82BF-917E37EFFB3D}" dt="2025-03-10T09:48:54.128" v="3492" actId="1076"/>
          <ac:grpSpMkLst>
            <pc:docMk/>
            <pc:sldMk cId="0" sldId="256"/>
            <ac:grpSpMk id="236" creationId="{F12D3962-CD45-7739-1AF9-3372878184C1}"/>
          </ac:grpSpMkLst>
        </pc:grpChg>
        <pc:grpChg chg="add mod">
          <ac:chgData name="Nils Klüwer" userId="31295c43ce5ef09e" providerId="LiveId" clId="{CAB0AEFB-3A9E-CC4E-82BF-917E37EFFB3D}" dt="2025-03-10T09:49:41.833" v="3501" actId="1076"/>
          <ac:grpSpMkLst>
            <pc:docMk/>
            <pc:sldMk cId="0" sldId="256"/>
            <ac:grpSpMk id="237" creationId="{CF8582FC-AAD2-F713-9694-44025267C370}"/>
          </ac:grpSpMkLst>
        </pc:grpChg>
        <pc:picChg chg="add mod">
          <ac:chgData name="Nils Klüwer" userId="31295c43ce5ef09e" providerId="LiveId" clId="{CAB0AEFB-3A9E-CC4E-82BF-917E37EFFB3D}" dt="2025-03-10T07:30:42.163" v="1376" actId="14100"/>
          <ac:picMkLst>
            <pc:docMk/>
            <pc:sldMk cId="0" sldId="256"/>
            <ac:picMk id="155" creationId="{579E7287-4CDD-0C8B-2952-D2350A1A259B}"/>
          </ac:picMkLst>
        </pc:picChg>
        <pc:picChg chg="add mod">
          <ac:chgData name="Nils Klüwer" userId="31295c43ce5ef09e" providerId="LiveId" clId="{CAB0AEFB-3A9E-CC4E-82BF-917E37EFFB3D}" dt="2025-03-11T10:27:37.271" v="4357" actId="1038"/>
          <ac:picMkLst>
            <pc:docMk/>
            <pc:sldMk cId="0" sldId="256"/>
            <ac:picMk id="197" creationId="{CACA8E02-F113-E1F1-C098-B0239CE4FD36}"/>
          </ac:picMkLst>
        </pc:picChg>
        <pc:picChg chg="add mod">
          <ac:chgData name="Nils Klüwer" userId="31295c43ce5ef09e" providerId="LiveId" clId="{CAB0AEFB-3A9E-CC4E-82BF-917E37EFFB3D}" dt="2025-03-10T09:26:40.088" v="3240" actId="14100"/>
          <ac:picMkLst>
            <pc:docMk/>
            <pc:sldMk cId="0" sldId="256"/>
            <ac:picMk id="209" creationId="{4A83A599-9633-D9F7-F1A8-7B5E15B34855}"/>
          </ac:picMkLst>
        </pc:picChg>
        <pc:picChg chg="add mod">
          <ac:chgData name="Nils Klüwer" userId="31295c43ce5ef09e" providerId="LiveId" clId="{CAB0AEFB-3A9E-CC4E-82BF-917E37EFFB3D}" dt="2025-03-10T12:06:24.662" v="3569" actId="1076"/>
          <ac:picMkLst>
            <pc:docMk/>
            <pc:sldMk cId="0" sldId="256"/>
            <ac:picMk id="241" creationId="{F774409E-EEEC-4BC7-BB2A-5F0457CE3D83}"/>
          </ac:picMkLst>
        </pc:picChg>
      </pc:sldChg>
      <pc:sldMasterChg chg="setBg">
        <pc:chgData name="Nils Klüwer" userId="31295c43ce5ef09e" providerId="LiveId" clId="{CAB0AEFB-3A9E-CC4E-82BF-917E37EFFB3D}" dt="2025-03-10T07:34:10.961" v="1391"/>
        <pc:sldMasterMkLst>
          <pc:docMk/>
          <pc:sldMasterMk cId="0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5371" y="6232271"/>
            <a:ext cx="12074208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0742" y="11258296"/>
            <a:ext cx="994346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0247" y="4623943"/>
            <a:ext cx="6179153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15549" y="4623943"/>
            <a:ext cx="6179153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695"/>
            <a:ext cx="14199869" cy="3378200"/>
          </a:xfrm>
          <a:custGeom>
            <a:avLst/>
            <a:gdLst/>
            <a:ahLst/>
            <a:cxnLst/>
            <a:rect l="l" t="t" r="r" b="b"/>
            <a:pathLst>
              <a:path w="14199869" h="3378200">
                <a:moveTo>
                  <a:pt x="0" y="3378061"/>
                </a:moveTo>
                <a:lnTo>
                  <a:pt x="14199571" y="3378061"/>
                </a:lnTo>
                <a:lnTo>
                  <a:pt x="14199571" y="0"/>
                </a:lnTo>
                <a:lnTo>
                  <a:pt x="0" y="0"/>
                </a:lnTo>
                <a:lnTo>
                  <a:pt x="0" y="3378061"/>
                </a:lnTo>
                <a:close/>
              </a:path>
            </a:pathLst>
          </a:custGeom>
          <a:solidFill>
            <a:srgbClr val="E4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5142" y="307074"/>
            <a:ext cx="1045844" cy="1012825"/>
          </a:xfrm>
          <a:custGeom>
            <a:avLst/>
            <a:gdLst/>
            <a:ahLst/>
            <a:cxnLst/>
            <a:rect l="l" t="t" r="r" b="b"/>
            <a:pathLst>
              <a:path w="1045844" h="1012825">
                <a:moveTo>
                  <a:pt x="1045667" y="0"/>
                </a:moveTo>
                <a:lnTo>
                  <a:pt x="0" y="0"/>
                </a:lnTo>
                <a:lnTo>
                  <a:pt x="0" y="1012645"/>
                </a:lnTo>
                <a:lnTo>
                  <a:pt x="1045667" y="1012645"/>
                </a:lnTo>
                <a:lnTo>
                  <a:pt x="10456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5142" y="307074"/>
            <a:ext cx="1045844" cy="1012825"/>
          </a:xfrm>
          <a:custGeom>
            <a:avLst/>
            <a:gdLst/>
            <a:ahLst/>
            <a:cxnLst/>
            <a:rect l="l" t="t" r="r" b="b"/>
            <a:pathLst>
              <a:path w="1045844" h="1012825">
                <a:moveTo>
                  <a:pt x="1045667" y="1012645"/>
                </a:moveTo>
                <a:lnTo>
                  <a:pt x="0" y="1012645"/>
                </a:lnTo>
                <a:lnTo>
                  <a:pt x="0" y="0"/>
                </a:lnTo>
                <a:lnTo>
                  <a:pt x="1045667" y="0"/>
                </a:lnTo>
                <a:lnTo>
                  <a:pt x="1045667" y="1012645"/>
                </a:lnTo>
                <a:close/>
              </a:path>
            </a:pathLst>
          </a:custGeom>
          <a:ln w="420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12143" y="722158"/>
            <a:ext cx="459806" cy="209203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844271" y="722157"/>
            <a:ext cx="31750" cy="209550"/>
          </a:xfrm>
          <a:custGeom>
            <a:avLst/>
            <a:gdLst/>
            <a:ahLst/>
            <a:cxnLst/>
            <a:rect l="l" t="t" r="r" b="b"/>
            <a:pathLst>
              <a:path w="31750" h="209550">
                <a:moveTo>
                  <a:pt x="31747" y="0"/>
                </a:moveTo>
                <a:lnTo>
                  <a:pt x="0" y="0"/>
                </a:lnTo>
                <a:lnTo>
                  <a:pt x="0" y="209203"/>
                </a:lnTo>
                <a:lnTo>
                  <a:pt x="31747" y="209203"/>
                </a:lnTo>
                <a:lnTo>
                  <a:pt x="31747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52455" y="720397"/>
            <a:ext cx="149237" cy="21272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78542" y="722158"/>
            <a:ext cx="152490" cy="209203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301430" y="721816"/>
            <a:ext cx="133985" cy="209550"/>
          </a:xfrm>
          <a:custGeom>
            <a:avLst/>
            <a:gdLst/>
            <a:ahLst/>
            <a:cxnLst/>
            <a:rect l="l" t="t" r="r" b="b"/>
            <a:pathLst>
              <a:path w="133985" h="209550">
                <a:moveTo>
                  <a:pt x="133680" y="0"/>
                </a:moveTo>
                <a:lnTo>
                  <a:pt x="0" y="0"/>
                </a:lnTo>
                <a:lnTo>
                  <a:pt x="0" y="29210"/>
                </a:lnTo>
                <a:lnTo>
                  <a:pt x="0" y="90170"/>
                </a:lnTo>
                <a:lnTo>
                  <a:pt x="0" y="118110"/>
                </a:lnTo>
                <a:lnTo>
                  <a:pt x="0" y="181610"/>
                </a:lnTo>
                <a:lnTo>
                  <a:pt x="0" y="209550"/>
                </a:lnTo>
                <a:lnTo>
                  <a:pt x="133680" y="209550"/>
                </a:lnTo>
                <a:lnTo>
                  <a:pt x="133680" y="181610"/>
                </a:lnTo>
                <a:lnTo>
                  <a:pt x="31737" y="181610"/>
                </a:lnTo>
                <a:lnTo>
                  <a:pt x="31737" y="118110"/>
                </a:lnTo>
                <a:lnTo>
                  <a:pt x="118706" y="118110"/>
                </a:lnTo>
                <a:lnTo>
                  <a:pt x="118706" y="90170"/>
                </a:lnTo>
                <a:lnTo>
                  <a:pt x="31737" y="90170"/>
                </a:lnTo>
                <a:lnTo>
                  <a:pt x="31737" y="29210"/>
                </a:lnTo>
                <a:lnTo>
                  <a:pt x="133680" y="29210"/>
                </a:lnTo>
                <a:lnTo>
                  <a:pt x="13368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09859" y="722158"/>
            <a:ext cx="162780" cy="209203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2049344" y="722157"/>
            <a:ext cx="31750" cy="209550"/>
          </a:xfrm>
          <a:custGeom>
            <a:avLst/>
            <a:gdLst/>
            <a:ahLst/>
            <a:cxnLst/>
            <a:rect l="l" t="t" r="r" b="b"/>
            <a:pathLst>
              <a:path w="31750" h="209550">
                <a:moveTo>
                  <a:pt x="31729" y="0"/>
                </a:moveTo>
                <a:lnTo>
                  <a:pt x="0" y="0"/>
                </a:lnTo>
                <a:lnTo>
                  <a:pt x="0" y="209203"/>
                </a:lnTo>
                <a:lnTo>
                  <a:pt x="31729" y="209203"/>
                </a:lnTo>
                <a:lnTo>
                  <a:pt x="31729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37223" y="722158"/>
            <a:ext cx="157489" cy="209203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35697" y="722159"/>
            <a:ext cx="150148" cy="210961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3039668" y="344816"/>
            <a:ext cx="148590" cy="356235"/>
          </a:xfrm>
          <a:custGeom>
            <a:avLst/>
            <a:gdLst/>
            <a:ahLst/>
            <a:cxnLst/>
            <a:rect l="l" t="t" r="r" b="b"/>
            <a:pathLst>
              <a:path w="148589" h="356234">
                <a:moveTo>
                  <a:pt x="83362" y="323875"/>
                </a:moveTo>
                <a:lnTo>
                  <a:pt x="56349" y="323875"/>
                </a:lnTo>
                <a:lnTo>
                  <a:pt x="56349" y="355612"/>
                </a:lnTo>
                <a:lnTo>
                  <a:pt x="83362" y="355612"/>
                </a:lnTo>
                <a:lnTo>
                  <a:pt x="83362" y="323875"/>
                </a:lnTo>
                <a:close/>
              </a:path>
              <a:path w="148589" h="356234">
                <a:moveTo>
                  <a:pt x="146837" y="323875"/>
                </a:moveTo>
                <a:lnTo>
                  <a:pt x="119799" y="323875"/>
                </a:lnTo>
                <a:lnTo>
                  <a:pt x="119799" y="355612"/>
                </a:lnTo>
                <a:lnTo>
                  <a:pt x="146837" y="355612"/>
                </a:lnTo>
                <a:lnTo>
                  <a:pt x="146837" y="323875"/>
                </a:lnTo>
                <a:close/>
              </a:path>
              <a:path w="148589" h="356234">
                <a:moveTo>
                  <a:pt x="148386" y="0"/>
                </a:moveTo>
                <a:lnTo>
                  <a:pt x="116649" y="0"/>
                </a:lnTo>
                <a:lnTo>
                  <a:pt x="116649" y="90170"/>
                </a:lnTo>
                <a:lnTo>
                  <a:pt x="31750" y="90170"/>
                </a:lnTo>
                <a:lnTo>
                  <a:pt x="31750" y="0"/>
                </a:lnTo>
                <a:lnTo>
                  <a:pt x="0" y="0"/>
                </a:lnTo>
                <a:lnTo>
                  <a:pt x="0" y="90170"/>
                </a:lnTo>
                <a:lnTo>
                  <a:pt x="0" y="118110"/>
                </a:lnTo>
                <a:lnTo>
                  <a:pt x="0" y="209550"/>
                </a:lnTo>
                <a:lnTo>
                  <a:pt x="31750" y="209550"/>
                </a:lnTo>
                <a:lnTo>
                  <a:pt x="31750" y="118110"/>
                </a:lnTo>
                <a:lnTo>
                  <a:pt x="116649" y="118110"/>
                </a:lnTo>
                <a:lnTo>
                  <a:pt x="116649" y="209550"/>
                </a:lnTo>
                <a:lnTo>
                  <a:pt x="148386" y="209550"/>
                </a:lnTo>
                <a:lnTo>
                  <a:pt x="148386" y="118110"/>
                </a:lnTo>
                <a:lnTo>
                  <a:pt x="148386" y="90170"/>
                </a:lnTo>
                <a:lnTo>
                  <a:pt x="14838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47524" y="343400"/>
            <a:ext cx="149839" cy="212725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63326" y="343399"/>
            <a:ext cx="149255" cy="212725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2595461" y="345161"/>
            <a:ext cx="31750" cy="209550"/>
          </a:xfrm>
          <a:custGeom>
            <a:avLst/>
            <a:gdLst/>
            <a:ahLst/>
            <a:cxnLst/>
            <a:rect l="l" t="t" r="r" b="b"/>
            <a:pathLst>
              <a:path w="31750" h="209550">
                <a:moveTo>
                  <a:pt x="31735" y="0"/>
                </a:moveTo>
                <a:lnTo>
                  <a:pt x="0" y="0"/>
                </a:lnTo>
                <a:lnTo>
                  <a:pt x="0" y="209197"/>
                </a:lnTo>
                <a:lnTo>
                  <a:pt x="31735" y="209197"/>
                </a:lnTo>
                <a:lnTo>
                  <a:pt x="31735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383344" y="345162"/>
            <a:ext cx="157489" cy="209197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2180310" y="344816"/>
            <a:ext cx="148590" cy="209550"/>
          </a:xfrm>
          <a:custGeom>
            <a:avLst/>
            <a:gdLst/>
            <a:ahLst/>
            <a:cxnLst/>
            <a:rect l="l" t="t" r="r" b="b"/>
            <a:pathLst>
              <a:path w="148589" h="209550">
                <a:moveTo>
                  <a:pt x="148374" y="0"/>
                </a:moveTo>
                <a:lnTo>
                  <a:pt x="116649" y="0"/>
                </a:lnTo>
                <a:lnTo>
                  <a:pt x="116649" y="90170"/>
                </a:lnTo>
                <a:lnTo>
                  <a:pt x="31737" y="90170"/>
                </a:lnTo>
                <a:lnTo>
                  <a:pt x="31737" y="0"/>
                </a:lnTo>
                <a:lnTo>
                  <a:pt x="0" y="0"/>
                </a:lnTo>
                <a:lnTo>
                  <a:pt x="0" y="90170"/>
                </a:lnTo>
                <a:lnTo>
                  <a:pt x="0" y="118110"/>
                </a:lnTo>
                <a:lnTo>
                  <a:pt x="0" y="209550"/>
                </a:lnTo>
                <a:lnTo>
                  <a:pt x="31737" y="209550"/>
                </a:lnTo>
                <a:lnTo>
                  <a:pt x="31737" y="118110"/>
                </a:lnTo>
                <a:lnTo>
                  <a:pt x="116649" y="118110"/>
                </a:lnTo>
                <a:lnTo>
                  <a:pt x="116649" y="209550"/>
                </a:lnTo>
                <a:lnTo>
                  <a:pt x="148374" y="209550"/>
                </a:lnTo>
                <a:lnTo>
                  <a:pt x="148374" y="118110"/>
                </a:lnTo>
                <a:lnTo>
                  <a:pt x="148374" y="90170"/>
                </a:lnTo>
                <a:lnTo>
                  <a:pt x="14837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988159" y="343400"/>
            <a:ext cx="149845" cy="212725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1635696" y="344816"/>
            <a:ext cx="1741170" cy="209550"/>
          </a:xfrm>
          <a:custGeom>
            <a:avLst/>
            <a:gdLst/>
            <a:ahLst/>
            <a:cxnLst/>
            <a:rect l="l" t="t" r="r" b="b"/>
            <a:pathLst>
              <a:path w="1741170" h="209550">
                <a:moveTo>
                  <a:pt x="146900" y="914"/>
                </a:moveTo>
                <a:lnTo>
                  <a:pt x="0" y="914"/>
                </a:lnTo>
                <a:lnTo>
                  <a:pt x="0" y="28854"/>
                </a:lnTo>
                <a:lnTo>
                  <a:pt x="57581" y="28854"/>
                </a:lnTo>
                <a:lnTo>
                  <a:pt x="57581" y="209194"/>
                </a:lnTo>
                <a:lnTo>
                  <a:pt x="89319" y="209194"/>
                </a:lnTo>
                <a:lnTo>
                  <a:pt x="89319" y="28854"/>
                </a:lnTo>
                <a:lnTo>
                  <a:pt x="146900" y="28854"/>
                </a:lnTo>
                <a:lnTo>
                  <a:pt x="146900" y="914"/>
                </a:lnTo>
                <a:close/>
              </a:path>
              <a:path w="1741170" h="209550">
                <a:moveTo>
                  <a:pt x="316674" y="0"/>
                </a:moveTo>
                <a:lnTo>
                  <a:pt x="182994" y="0"/>
                </a:lnTo>
                <a:lnTo>
                  <a:pt x="182994" y="29210"/>
                </a:lnTo>
                <a:lnTo>
                  <a:pt x="182994" y="90170"/>
                </a:lnTo>
                <a:lnTo>
                  <a:pt x="182994" y="118110"/>
                </a:lnTo>
                <a:lnTo>
                  <a:pt x="182994" y="181610"/>
                </a:lnTo>
                <a:lnTo>
                  <a:pt x="182994" y="209550"/>
                </a:lnTo>
                <a:lnTo>
                  <a:pt x="316674" y="209550"/>
                </a:lnTo>
                <a:lnTo>
                  <a:pt x="316674" y="181610"/>
                </a:lnTo>
                <a:lnTo>
                  <a:pt x="214718" y="181610"/>
                </a:lnTo>
                <a:lnTo>
                  <a:pt x="214718" y="118110"/>
                </a:lnTo>
                <a:lnTo>
                  <a:pt x="301688" y="118110"/>
                </a:lnTo>
                <a:lnTo>
                  <a:pt x="301688" y="90170"/>
                </a:lnTo>
                <a:lnTo>
                  <a:pt x="214718" y="90170"/>
                </a:lnTo>
                <a:lnTo>
                  <a:pt x="214718" y="29210"/>
                </a:lnTo>
                <a:lnTo>
                  <a:pt x="316674" y="29210"/>
                </a:lnTo>
                <a:lnTo>
                  <a:pt x="316674" y="0"/>
                </a:lnTo>
                <a:close/>
              </a:path>
              <a:path w="1741170" h="209550">
                <a:moveTo>
                  <a:pt x="1740687" y="0"/>
                </a:moveTo>
                <a:lnTo>
                  <a:pt x="1607019" y="0"/>
                </a:lnTo>
                <a:lnTo>
                  <a:pt x="1607019" y="29210"/>
                </a:lnTo>
                <a:lnTo>
                  <a:pt x="1607019" y="90170"/>
                </a:lnTo>
                <a:lnTo>
                  <a:pt x="1607019" y="118110"/>
                </a:lnTo>
                <a:lnTo>
                  <a:pt x="1607019" y="181610"/>
                </a:lnTo>
                <a:lnTo>
                  <a:pt x="1607019" y="209550"/>
                </a:lnTo>
                <a:lnTo>
                  <a:pt x="1740687" y="209550"/>
                </a:lnTo>
                <a:lnTo>
                  <a:pt x="1740687" y="181610"/>
                </a:lnTo>
                <a:lnTo>
                  <a:pt x="1638757" y="181610"/>
                </a:lnTo>
                <a:lnTo>
                  <a:pt x="1638757" y="118110"/>
                </a:lnTo>
                <a:lnTo>
                  <a:pt x="1725714" y="118110"/>
                </a:lnTo>
                <a:lnTo>
                  <a:pt x="1725714" y="90170"/>
                </a:lnTo>
                <a:lnTo>
                  <a:pt x="1638757" y="90170"/>
                </a:lnTo>
                <a:lnTo>
                  <a:pt x="1638757" y="29210"/>
                </a:lnTo>
                <a:lnTo>
                  <a:pt x="1740687" y="29210"/>
                </a:lnTo>
                <a:lnTo>
                  <a:pt x="1740687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bg object 3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35695" y="1085074"/>
            <a:ext cx="249459" cy="20920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179154" y="1085073"/>
            <a:ext cx="157471" cy="209203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229806" y="225208"/>
            <a:ext cx="1906270" cy="1191895"/>
          </a:xfrm>
          <a:custGeom>
            <a:avLst/>
            <a:gdLst/>
            <a:ahLst/>
            <a:cxnLst/>
            <a:rect l="l" t="t" r="r" b="b"/>
            <a:pathLst>
              <a:path w="1906270" h="1191895">
                <a:moveTo>
                  <a:pt x="1191704" y="1069708"/>
                </a:moveTo>
                <a:lnTo>
                  <a:pt x="1191653" y="859993"/>
                </a:lnTo>
                <a:lnTo>
                  <a:pt x="1191615" y="710171"/>
                </a:lnTo>
                <a:lnTo>
                  <a:pt x="1191501" y="246964"/>
                </a:lnTo>
                <a:lnTo>
                  <a:pt x="1191463" y="119710"/>
                </a:lnTo>
                <a:lnTo>
                  <a:pt x="1191463" y="119227"/>
                </a:lnTo>
                <a:lnTo>
                  <a:pt x="1182128" y="72821"/>
                </a:lnTo>
                <a:lnTo>
                  <a:pt x="1156665" y="34925"/>
                </a:lnTo>
                <a:lnTo>
                  <a:pt x="1118870" y="9372"/>
                </a:lnTo>
                <a:lnTo>
                  <a:pt x="1072540" y="0"/>
                </a:lnTo>
                <a:lnTo>
                  <a:pt x="1070495" y="0"/>
                </a:lnTo>
                <a:lnTo>
                  <a:pt x="1070495" y="859993"/>
                </a:lnTo>
                <a:lnTo>
                  <a:pt x="1070495" y="1069708"/>
                </a:lnTo>
                <a:lnTo>
                  <a:pt x="1033970" y="1069708"/>
                </a:lnTo>
                <a:lnTo>
                  <a:pt x="950899" y="940993"/>
                </a:lnTo>
                <a:lnTo>
                  <a:pt x="950899" y="1069708"/>
                </a:lnTo>
                <a:lnTo>
                  <a:pt x="909967" y="1069708"/>
                </a:lnTo>
                <a:lnTo>
                  <a:pt x="909967" y="859993"/>
                </a:lnTo>
                <a:lnTo>
                  <a:pt x="946492" y="859993"/>
                </a:lnTo>
                <a:lnTo>
                  <a:pt x="1029550" y="988415"/>
                </a:lnTo>
                <a:lnTo>
                  <a:pt x="1029550" y="859993"/>
                </a:lnTo>
                <a:lnTo>
                  <a:pt x="1070495" y="859993"/>
                </a:lnTo>
                <a:lnTo>
                  <a:pt x="1070495" y="0"/>
                </a:lnTo>
                <a:lnTo>
                  <a:pt x="1069924" y="0"/>
                </a:lnTo>
                <a:lnTo>
                  <a:pt x="1069924" y="119710"/>
                </a:lnTo>
                <a:lnTo>
                  <a:pt x="1069924" y="472465"/>
                </a:lnTo>
                <a:lnTo>
                  <a:pt x="1064463" y="523544"/>
                </a:lnTo>
                <a:lnTo>
                  <a:pt x="1048766" y="570890"/>
                </a:lnTo>
                <a:lnTo>
                  <a:pt x="1023988" y="613308"/>
                </a:lnTo>
                <a:lnTo>
                  <a:pt x="991323" y="649579"/>
                </a:lnTo>
                <a:lnTo>
                  <a:pt x="951928" y="678535"/>
                </a:lnTo>
                <a:lnTo>
                  <a:pt x="906729" y="699058"/>
                </a:lnTo>
                <a:lnTo>
                  <a:pt x="906449" y="699058"/>
                </a:lnTo>
                <a:lnTo>
                  <a:pt x="857656" y="709612"/>
                </a:lnTo>
                <a:lnTo>
                  <a:pt x="852398" y="710158"/>
                </a:lnTo>
                <a:lnTo>
                  <a:pt x="852385" y="581279"/>
                </a:lnTo>
                <a:lnTo>
                  <a:pt x="854329" y="580936"/>
                </a:lnTo>
                <a:lnTo>
                  <a:pt x="855421" y="580758"/>
                </a:lnTo>
                <a:lnTo>
                  <a:pt x="857656" y="580250"/>
                </a:lnTo>
                <a:lnTo>
                  <a:pt x="890917" y="565213"/>
                </a:lnTo>
                <a:lnTo>
                  <a:pt x="917409" y="540131"/>
                </a:lnTo>
                <a:lnTo>
                  <a:pt x="934910" y="507695"/>
                </a:lnTo>
                <a:lnTo>
                  <a:pt x="941235" y="470623"/>
                </a:lnTo>
                <a:lnTo>
                  <a:pt x="940142" y="119710"/>
                </a:lnTo>
                <a:lnTo>
                  <a:pt x="1069924" y="119710"/>
                </a:lnTo>
                <a:lnTo>
                  <a:pt x="1069924" y="0"/>
                </a:lnTo>
                <a:lnTo>
                  <a:pt x="813777" y="0"/>
                </a:lnTo>
                <a:lnTo>
                  <a:pt x="813777" y="710171"/>
                </a:lnTo>
                <a:lnTo>
                  <a:pt x="807046" y="709612"/>
                </a:lnTo>
                <a:lnTo>
                  <a:pt x="793940" y="706805"/>
                </a:lnTo>
                <a:lnTo>
                  <a:pt x="777163" y="703224"/>
                </a:lnTo>
                <a:lnTo>
                  <a:pt x="777163" y="859993"/>
                </a:lnTo>
                <a:lnTo>
                  <a:pt x="777163" y="896518"/>
                </a:lnTo>
                <a:lnTo>
                  <a:pt x="679970" y="896518"/>
                </a:lnTo>
                <a:lnTo>
                  <a:pt x="679970" y="945705"/>
                </a:lnTo>
                <a:lnTo>
                  <a:pt x="762749" y="945705"/>
                </a:lnTo>
                <a:lnTo>
                  <a:pt x="762749" y="982230"/>
                </a:lnTo>
                <a:lnTo>
                  <a:pt x="679970" y="982230"/>
                </a:lnTo>
                <a:lnTo>
                  <a:pt x="679970" y="1033195"/>
                </a:lnTo>
                <a:lnTo>
                  <a:pt x="777163" y="1033195"/>
                </a:lnTo>
                <a:lnTo>
                  <a:pt x="777163" y="1069708"/>
                </a:lnTo>
                <a:lnTo>
                  <a:pt x="639025" y="1069708"/>
                </a:lnTo>
                <a:lnTo>
                  <a:pt x="639025" y="859993"/>
                </a:lnTo>
                <a:lnTo>
                  <a:pt x="777163" y="859993"/>
                </a:lnTo>
                <a:lnTo>
                  <a:pt x="777163" y="703224"/>
                </a:lnTo>
                <a:lnTo>
                  <a:pt x="712939" y="678853"/>
                </a:lnTo>
                <a:lnTo>
                  <a:pt x="673709" y="650151"/>
                </a:lnTo>
                <a:lnTo>
                  <a:pt x="641210" y="614133"/>
                </a:lnTo>
                <a:lnTo>
                  <a:pt x="616585" y="571957"/>
                </a:lnTo>
                <a:lnTo>
                  <a:pt x="600976" y="524776"/>
                </a:lnTo>
                <a:lnTo>
                  <a:pt x="595515" y="473760"/>
                </a:lnTo>
                <a:lnTo>
                  <a:pt x="595515" y="283972"/>
                </a:lnTo>
                <a:lnTo>
                  <a:pt x="595515" y="246964"/>
                </a:lnTo>
                <a:lnTo>
                  <a:pt x="595515" y="119710"/>
                </a:lnTo>
                <a:lnTo>
                  <a:pt x="724484" y="119710"/>
                </a:lnTo>
                <a:lnTo>
                  <a:pt x="724382" y="283972"/>
                </a:lnTo>
                <a:lnTo>
                  <a:pt x="724268" y="470623"/>
                </a:lnTo>
                <a:lnTo>
                  <a:pt x="748106" y="540131"/>
                </a:lnTo>
                <a:lnTo>
                  <a:pt x="807834" y="580250"/>
                </a:lnTo>
                <a:lnTo>
                  <a:pt x="813739" y="581469"/>
                </a:lnTo>
                <a:lnTo>
                  <a:pt x="813777" y="710171"/>
                </a:lnTo>
                <a:lnTo>
                  <a:pt x="813777" y="0"/>
                </a:lnTo>
                <a:lnTo>
                  <a:pt x="536689" y="0"/>
                </a:lnTo>
                <a:lnTo>
                  <a:pt x="536689" y="119710"/>
                </a:lnTo>
                <a:lnTo>
                  <a:pt x="536689" y="246964"/>
                </a:lnTo>
                <a:lnTo>
                  <a:pt x="498779" y="246964"/>
                </a:lnTo>
                <a:lnTo>
                  <a:pt x="498779" y="859993"/>
                </a:lnTo>
                <a:lnTo>
                  <a:pt x="498779" y="1069708"/>
                </a:lnTo>
                <a:lnTo>
                  <a:pt x="457835" y="1069708"/>
                </a:lnTo>
                <a:lnTo>
                  <a:pt x="457835" y="859993"/>
                </a:lnTo>
                <a:lnTo>
                  <a:pt x="498779" y="859993"/>
                </a:lnTo>
                <a:lnTo>
                  <a:pt x="498779" y="246964"/>
                </a:lnTo>
                <a:lnTo>
                  <a:pt x="379907" y="246964"/>
                </a:lnTo>
                <a:lnTo>
                  <a:pt x="379907" y="283972"/>
                </a:lnTo>
                <a:lnTo>
                  <a:pt x="379907" y="706805"/>
                </a:lnTo>
                <a:lnTo>
                  <a:pt x="360400" y="706805"/>
                </a:lnTo>
                <a:lnTo>
                  <a:pt x="360400" y="859993"/>
                </a:lnTo>
                <a:lnTo>
                  <a:pt x="304139" y="1069708"/>
                </a:lnTo>
                <a:lnTo>
                  <a:pt x="269976" y="1069708"/>
                </a:lnTo>
                <a:lnTo>
                  <a:pt x="231381" y="942467"/>
                </a:lnTo>
                <a:lnTo>
                  <a:pt x="192798" y="1069708"/>
                </a:lnTo>
                <a:lnTo>
                  <a:pt x="158623" y="1069708"/>
                </a:lnTo>
                <a:lnTo>
                  <a:pt x="102666" y="859993"/>
                </a:lnTo>
                <a:lnTo>
                  <a:pt x="145376" y="859993"/>
                </a:lnTo>
                <a:lnTo>
                  <a:pt x="177774" y="992251"/>
                </a:lnTo>
                <a:lnTo>
                  <a:pt x="216065" y="859993"/>
                </a:lnTo>
                <a:lnTo>
                  <a:pt x="246697" y="859993"/>
                </a:lnTo>
                <a:lnTo>
                  <a:pt x="285000" y="992251"/>
                </a:lnTo>
                <a:lnTo>
                  <a:pt x="317690" y="859993"/>
                </a:lnTo>
                <a:lnTo>
                  <a:pt x="360400" y="859993"/>
                </a:lnTo>
                <a:lnTo>
                  <a:pt x="360400" y="706805"/>
                </a:lnTo>
                <a:lnTo>
                  <a:pt x="252666" y="706805"/>
                </a:lnTo>
                <a:lnTo>
                  <a:pt x="252666" y="283972"/>
                </a:lnTo>
                <a:lnTo>
                  <a:pt x="379907" y="283972"/>
                </a:lnTo>
                <a:lnTo>
                  <a:pt x="379907" y="246964"/>
                </a:lnTo>
                <a:lnTo>
                  <a:pt x="91617" y="246964"/>
                </a:lnTo>
                <a:lnTo>
                  <a:pt x="91617" y="119710"/>
                </a:lnTo>
                <a:lnTo>
                  <a:pt x="536689" y="119710"/>
                </a:lnTo>
                <a:lnTo>
                  <a:pt x="536689" y="0"/>
                </a:lnTo>
                <a:lnTo>
                  <a:pt x="119100" y="0"/>
                </a:lnTo>
                <a:lnTo>
                  <a:pt x="72758" y="9372"/>
                </a:lnTo>
                <a:lnTo>
                  <a:pt x="34925" y="34925"/>
                </a:lnTo>
                <a:lnTo>
                  <a:pt x="9436" y="72821"/>
                </a:lnTo>
                <a:lnTo>
                  <a:pt x="88" y="119227"/>
                </a:lnTo>
                <a:lnTo>
                  <a:pt x="0" y="1072476"/>
                </a:lnTo>
                <a:lnTo>
                  <a:pt x="9372" y="1118895"/>
                </a:lnTo>
                <a:lnTo>
                  <a:pt x="34925" y="1156792"/>
                </a:lnTo>
                <a:lnTo>
                  <a:pt x="72809" y="1182331"/>
                </a:lnTo>
                <a:lnTo>
                  <a:pt x="119176" y="1191704"/>
                </a:lnTo>
                <a:lnTo>
                  <a:pt x="1072375" y="1191704"/>
                </a:lnTo>
                <a:lnTo>
                  <a:pt x="1118768" y="1182331"/>
                </a:lnTo>
                <a:lnTo>
                  <a:pt x="1156703" y="1156792"/>
                </a:lnTo>
                <a:lnTo>
                  <a:pt x="1182319" y="1118895"/>
                </a:lnTo>
                <a:lnTo>
                  <a:pt x="1191704" y="1072476"/>
                </a:lnTo>
                <a:lnTo>
                  <a:pt x="1191704" y="1069708"/>
                </a:lnTo>
                <a:close/>
              </a:path>
              <a:path w="1906270" h="1191895">
                <a:moveTo>
                  <a:pt x="1717598" y="859866"/>
                </a:moveTo>
                <a:lnTo>
                  <a:pt x="1685861" y="859866"/>
                </a:lnTo>
                <a:lnTo>
                  <a:pt x="1685861" y="1069073"/>
                </a:lnTo>
                <a:lnTo>
                  <a:pt x="1717598" y="1069073"/>
                </a:lnTo>
                <a:lnTo>
                  <a:pt x="1717598" y="859866"/>
                </a:lnTo>
                <a:close/>
              </a:path>
              <a:path w="1906270" h="1191895">
                <a:moveTo>
                  <a:pt x="1905927" y="859523"/>
                </a:moveTo>
                <a:lnTo>
                  <a:pt x="1772234" y="859523"/>
                </a:lnTo>
                <a:lnTo>
                  <a:pt x="1772234" y="888733"/>
                </a:lnTo>
                <a:lnTo>
                  <a:pt x="1772234" y="949693"/>
                </a:lnTo>
                <a:lnTo>
                  <a:pt x="1772234" y="977633"/>
                </a:lnTo>
                <a:lnTo>
                  <a:pt x="1772234" y="1041133"/>
                </a:lnTo>
                <a:lnTo>
                  <a:pt x="1772234" y="1069073"/>
                </a:lnTo>
                <a:lnTo>
                  <a:pt x="1905927" y="1069073"/>
                </a:lnTo>
                <a:lnTo>
                  <a:pt x="1905927" y="1041133"/>
                </a:lnTo>
                <a:lnTo>
                  <a:pt x="1803971" y="1041133"/>
                </a:lnTo>
                <a:lnTo>
                  <a:pt x="1803971" y="977633"/>
                </a:lnTo>
                <a:lnTo>
                  <a:pt x="1890941" y="977633"/>
                </a:lnTo>
                <a:lnTo>
                  <a:pt x="1890941" y="949693"/>
                </a:lnTo>
                <a:lnTo>
                  <a:pt x="1803971" y="949693"/>
                </a:lnTo>
                <a:lnTo>
                  <a:pt x="1803971" y="888733"/>
                </a:lnTo>
                <a:lnTo>
                  <a:pt x="1905927" y="888733"/>
                </a:lnTo>
                <a:lnTo>
                  <a:pt x="1905927" y="859523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435006" y="15119084"/>
            <a:ext cx="6249670" cy="2524760"/>
          </a:xfrm>
          <a:custGeom>
            <a:avLst/>
            <a:gdLst/>
            <a:ahLst/>
            <a:cxnLst/>
            <a:rect l="l" t="t" r="r" b="b"/>
            <a:pathLst>
              <a:path w="6249670" h="2524759">
                <a:moveTo>
                  <a:pt x="6249416" y="0"/>
                </a:moveTo>
                <a:lnTo>
                  <a:pt x="0" y="0"/>
                </a:lnTo>
                <a:lnTo>
                  <a:pt x="0" y="2524383"/>
                </a:lnTo>
                <a:lnTo>
                  <a:pt x="6249416" y="2524383"/>
                </a:lnTo>
                <a:lnTo>
                  <a:pt x="6249416" y="0"/>
                </a:lnTo>
                <a:close/>
              </a:path>
            </a:pathLst>
          </a:custGeom>
          <a:solidFill>
            <a:srgbClr val="D6DC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4144541" y="14927059"/>
            <a:ext cx="2540000" cy="384175"/>
          </a:xfrm>
          <a:custGeom>
            <a:avLst/>
            <a:gdLst/>
            <a:ahLst/>
            <a:cxnLst/>
            <a:rect l="l" t="t" r="r" b="b"/>
            <a:pathLst>
              <a:path w="2540000" h="384175">
                <a:moveTo>
                  <a:pt x="2539881" y="0"/>
                </a:moveTo>
                <a:lnTo>
                  <a:pt x="0" y="0"/>
                </a:lnTo>
                <a:lnTo>
                  <a:pt x="0" y="384044"/>
                </a:lnTo>
                <a:lnTo>
                  <a:pt x="2539881" y="384044"/>
                </a:lnTo>
                <a:lnTo>
                  <a:pt x="2539881" y="0"/>
                </a:lnTo>
                <a:close/>
              </a:path>
            </a:pathLst>
          </a:custGeom>
          <a:solidFill>
            <a:srgbClr val="D61F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0247" y="804164"/>
            <a:ext cx="1278445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247" y="4623943"/>
            <a:ext cx="1278445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29683" y="18696814"/>
            <a:ext cx="4545584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0247" y="18696814"/>
            <a:ext cx="326713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27564" y="18696814"/>
            <a:ext cx="326713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9512" y="1526861"/>
            <a:ext cx="7648575" cy="51809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Extended Abstracts of the CHI Conference on Human Factors in</a:t>
            </a:r>
          </a:p>
          <a:p>
            <a:r>
              <a:rPr lang="en-GB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Computing Systems (CHI EA ’25) </a:t>
            </a:r>
            <a:r>
              <a:rPr sz="16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sz="1600" spc="7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Yokohama, Japan, April 26—May 01,</a:t>
            </a:r>
            <a:r>
              <a:rPr sz="1600" spc="7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de-DE" sz="1600" spc="-2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8999" y="2085852"/>
            <a:ext cx="8813800" cy="12484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5"/>
              </a:spcBef>
            </a:pPr>
            <a:r>
              <a:rPr lang="en-GB" sz="2500" dirty="0">
                <a:solidFill>
                  <a:srgbClr val="231F20"/>
                </a:solidFill>
                <a:latin typeface="Arial"/>
                <a:cs typeface="Arial"/>
              </a:rPr>
              <a:t>Context over Categories: Implementing the Theory of</a:t>
            </a:r>
          </a:p>
          <a:p>
            <a:pPr marL="12700" marR="5080">
              <a:lnSpc>
                <a:spcPct val="101299"/>
              </a:lnSpc>
              <a:spcBef>
                <a:spcPts val="95"/>
              </a:spcBef>
            </a:pPr>
            <a:r>
              <a:rPr lang="en-GB" sz="2500" dirty="0">
                <a:solidFill>
                  <a:srgbClr val="231F20"/>
                </a:solidFill>
                <a:latin typeface="Arial"/>
                <a:cs typeface="Arial"/>
              </a:rPr>
              <a:t>Constructed Emotion with LLM-Guided User Analysis</a:t>
            </a:r>
          </a:p>
          <a:p>
            <a:pPr marL="12700" algn="l">
              <a:spcBef>
                <a:spcPts val="1470"/>
              </a:spcBef>
            </a:pPr>
            <a:r>
              <a:rPr lang="de-DE" sz="1650" spc="55" dirty="0">
                <a:solidFill>
                  <a:srgbClr val="231F20"/>
                </a:solidFill>
                <a:latin typeface="Roboto"/>
                <a:cs typeface="Roboto"/>
              </a:rPr>
              <a:t>Nils Klüwer</a:t>
            </a:r>
            <a:r>
              <a:rPr sz="1650" spc="55" dirty="0">
                <a:solidFill>
                  <a:srgbClr val="231F20"/>
                </a:solidFill>
                <a:latin typeface="Roboto"/>
                <a:cs typeface="Roboto"/>
              </a:rPr>
              <a:t>, </a:t>
            </a:r>
            <a:r>
              <a:rPr lang="en-GB" sz="1650" spc="55" dirty="0">
                <a:solidFill>
                  <a:srgbClr val="231F20"/>
                </a:solidFill>
                <a:latin typeface="Roboto"/>
                <a:cs typeface="Roboto"/>
              </a:rPr>
              <a:t>Irina </a:t>
            </a:r>
            <a:r>
              <a:rPr lang="en-GB" sz="1650" spc="55" dirty="0" err="1">
                <a:solidFill>
                  <a:srgbClr val="231F20"/>
                </a:solidFill>
                <a:latin typeface="Roboto"/>
                <a:cs typeface="Roboto"/>
              </a:rPr>
              <a:t>Nalis</a:t>
            </a:r>
            <a:r>
              <a:rPr lang="en-GB" sz="1650" spc="55" dirty="0">
                <a:solidFill>
                  <a:srgbClr val="231F20"/>
                </a:solidFill>
                <a:latin typeface="Roboto"/>
                <a:cs typeface="Roboto"/>
              </a:rPr>
              <a:t>-Neuner</a:t>
            </a:r>
            <a:r>
              <a:rPr lang="de-DE" sz="1650" spc="55" dirty="0">
                <a:solidFill>
                  <a:srgbClr val="231F20"/>
                </a:solidFill>
                <a:latin typeface="Roboto"/>
                <a:cs typeface="Roboto"/>
              </a:rPr>
              <a:t>, </a:t>
            </a:r>
            <a:r>
              <a:rPr lang="en-GB" sz="1650" spc="55" dirty="0">
                <a:solidFill>
                  <a:srgbClr val="231F20"/>
                </a:solidFill>
                <a:latin typeface="Roboto"/>
                <a:cs typeface="Roboto"/>
              </a:rPr>
              <a:t>Julia Neidhardt</a:t>
            </a:r>
            <a:endParaRPr sz="1650" spc="55" dirty="0">
              <a:solidFill>
                <a:srgbClr val="231F20"/>
              </a:solidFill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2501" y="2054622"/>
            <a:ext cx="3935262" cy="8363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875155" algn="r">
              <a:lnSpc>
                <a:spcPct val="100000"/>
              </a:lnSpc>
              <a:spcBef>
                <a:spcPts val="110"/>
              </a:spcBef>
            </a:pPr>
            <a:r>
              <a:rPr sz="1300" spc="-35" dirty="0">
                <a:solidFill>
                  <a:srgbClr val="231F20"/>
                </a:solidFill>
                <a:latin typeface="Arial"/>
                <a:cs typeface="Arial"/>
              </a:rPr>
              <a:t>TU</a:t>
            </a:r>
            <a:r>
              <a:rPr sz="1300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231F20"/>
                </a:solidFill>
                <a:latin typeface="Arial"/>
                <a:cs typeface="Arial"/>
              </a:rPr>
              <a:t>Wien</a:t>
            </a:r>
            <a:r>
              <a:rPr sz="1300" spc="-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231F20"/>
                </a:solidFill>
                <a:latin typeface="Arial"/>
                <a:cs typeface="Arial"/>
              </a:rPr>
              <a:t>Informatics</a:t>
            </a:r>
            <a:endParaRPr lang="en-GB" sz="1300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85"/>
              </a:spcBef>
            </a:pPr>
            <a:r>
              <a:rPr lang="en-GB" sz="1300" dirty="0">
                <a:solidFill>
                  <a:srgbClr val="231F20"/>
                </a:solidFill>
                <a:latin typeface="Roboto"/>
                <a:cs typeface="Roboto"/>
              </a:rPr>
              <a:t>Institute</a:t>
            </a:r>
            <a:r>
              <a:rPr lang="en-GB" sz="1300" spc="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lang="en-GB" sz="1300" dirty="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lang="en-GB" sz="1300" spc="1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lang="en-GB" sz="1300" dirty="0">
                <a:solidFill>
                  <a:srgbClr val="231F20"/>
                </a:solidFill>
                <a:latin typeface="Roboto"/>
                <a:cs typeface="Roboto"/>
              </a:rPr>
              <a:t>Information</a:t>
            </a:r>
            <a:r>
              <a:rPr lang="en-GB" sz="1300" spc="1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lang="en-GB" sz="1300" dirty="0">
                <a:solidFill>
                  <a:srgbClr val="231F20"/>
                </a:solidFill>
                <a:latin typeface="Roboto"/>
                <a:cs typeface="Roboto"/>
              </a:rPr>
              <a:t>Systems</a:t>
            </a:r>
            <a:r>
              <a:rPr lang="en-GB" sz="1300" spc="1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lang="en-GB" sz="1300" spc="-10" dirty="0">
                <a:solidFill>
                  <a:srgbClr val="231F20"/>
                </a:solidFill>
                <a:latin typeface="Roboto"/>
                <a:cs typeface="Roboto"/>
              </a:rPr>
              <a:t>Engineering</a:t>
            </a:r>
            <a:endParaRPr lang="en-GB" sz="1300" dirty="0">
              <a:latin typeface="Roboto"/>
              <a:cs typeface="Roboto"/>
            </a:endParaRPr>
          </a:p>
          <a:p>
            <a:pPr marL="12700" marR="5080" indent="1339850" algn="r">
              <a:lnSpc>
                <a:spcPct val="105300"/>
              </a:lnSpc>
            </a:pPr>
            <a:r>
              <a:rPr sz="1300" dirty="0">
                <a:solidFill>
                  <a:srgbClr val="231F20"/>
                </a:solidFill>
                <a:latin typeface="Roboto"/>
                <a:cs typeface="Roboto"/>
              </a:rPr>
              <a:t>Research Unit</a:t>
            </a:r>
            <a:r>
              <a:rPr sz="1300" spc="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231F20"/>
                </a:solidFill>
                <a:latin typeface="Roboto"/>
                <a:cs typeface="Roboto"/>
              </a:rPr>
              <a:t>Data</a:t>
            </a:r>
            <a:r>
              <a:rPr sz="1300" spc="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231F20"/>
                </a:solidFill>
                <a:latin typeface="Roboto"/>
                <a:cs typeface="Roboto"/>
              </a:rPr>
              <a:t>Science</a:t>
            </a:r>
            <a:endParaRPr lang="de-DE" sz="1300" spc="-10" dirty="0">
              <a:solidFill>
                <a:srgbClr val="231F20"/>
              </a:solidFill>
              <a:latin typeface="Roboto"/>
              <a:cs typeface="Roboto"/>
            </a:endParaRPr>
          </a:p>
          <a:p>
            <a:pPr marL="12700" marR="5080" indent="1339850" algn="r">
              <a:lnSpc>
                <a:spcPct val="105300"/>
              </a:lnSpc>
            </a:pPr>
            <a:r>
              <a:rPr lang="en-DE" sz="1300" spc="-10" dirty="0">
                <a:solidFill>
                  <a:srgbClr val="231F20"/>
                </a:solidFill>
                <a:latin typeface="Roboto"/>
                <a:cs typeface="Roboto"/>
              </a:rPr>
              <a:t>CD Lab for Recommender Systems</a:t>
            </a:r>
            <a:endParaRPr sz="1300" dirty="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1322" y="17815162"/>
            <a:ext cx="13323764" cy="2059724"/>
            <a:chOff x="441322" y="17815162"/>
            <a:chExt cx="13323764" cy="2059724"/>
          </a:xfrm>
        </p:grpSpPr>
        <p:sp>
          <p:nvSpPr>
            <p:cNvPr id="21" name="object 21"/>
            <p:cNvSpPr/>
            <p:nvPr/>
          </p:nvSpPr>
          <p:spPr>
            <a:xfrm>
              <a:off x="441322" y="18034656"/>
              <a:ext cx="13323569" cy="1840230"/>
            </a:xfrm>
            <a:custGeom>
              <a:avLst/>
              <a:gdLst/>
              <a:ahLst/>
              <a:cxnLst/>
              <a:rect l="l" t="t" r="r" b="b"/>
              <a:pathLst>
                <a:path w="13323569" h="1840230">
                  <a:moveTo>
                    <a:pt x="13323295" y="0"/>
                  </a:moveTo>
                  <a:lnTo>
                    <a:pt x="0" y="0"/>
                  </a:lnTo>
                  <a:lnTo>
                    <a:pt x="0" y="1839891"/>
                  </a:lnTo>
                  <a:lnTo>
                    <a:pt x="13323295" y="1839891"/>
                  </a:lnTo>
                  <a:lnTo>
                    <a:pt x="13323295" y="0"/>
                  </a:lnTo>
                  <a:close/>
                </a:path>
              </a:pathLst>
            </a:custGeom>
            <a:solidFill>
              <a:srgbClr val="D6DCD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11260011" y="17815162"/>
              <a:ext cx="2505075" cy="385200"/>
            </a:xfrm>
            <a:custGeom>
              <a:avLst/>
              <a:gdLst/>
              <a:ahLst/>
              <a:cxnLst/>
              <a:rect l="l" t="t" r="r" b="b"/>
              <a:pathLst>
                <a:path w="2505075" h="447675">
                  <a:moveTo>
                    <a:pt x="2504607" y="0"/>
                  </a:moveTo>
                  <a:lnTo>
                    <a:pt x="0" y="0"/>
                  </a:lnTo>
                  <a:lnTo>
                    <a:pt x="0" y="447431"/>
                  </a:lnTo>
                  <a:lnTo>
                    <a:pt x="2504607" y="447431"/>
                  </a:lnTo>
                  <a:lnTo>
                    <a:pt x="2504607" y="0"/>
                  </a:lnTo>
                  <a:close/>
                </a:path>
              </a:pathLst>
            </a:custGeom>
            <a:solidFill>
              <a:srgbClr val="D61F26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en-GB" sz="1800" spc="-10" dirty="0">
                  <a:solidFill>
                    <a:srgbClr val="FFFFFF"/>
                  </a:solidFill>
                  <a:latin typeface="Arial"/>
                  <a:cs typeface="Arial"/>
                </a:rPr>
                <a:t>References</a:t>
              </a:r>
              <a:endParaRPr lang="en-GB" sz="1800" dirty="0">
                <a:latin typeface="Arial"/>
                <a:cs typeface="Arial"/>
              </a:endParaRPr>
            </a:p>
          </p:txBody>
        </p:sp>
      </p:grpSp>
      <p:sp>
        <p:nvSpPr>
          <p:cNvPr id="30" name="object 30"/>
          <p:cNvSpPr/>
          <p:nvPr/>
        </p:nvSpPr>
        <p:spPr>
          <a:xfrm>
            <a:off x="4198430" y="17815162"/>
            <a:ext cx="2492375" cy="385200"/>
          </a:xfrm>
          <a:custGeom>
            <a:avLst/>
            <a:gdLst/>
            <a:ahLst/>
            <a:cxnLst/>
            <a:rect l="l" t="t" r="r" b="b"/>
            <a:pathLst>
              <a:path w="2492375" h="447675">
                <a:moveTo>
                  <a:pt x="2491969" y="0"/>
                </a:moveTo>
                <a:lnTo>
                  <a:pt x="0" y="0"/>
                </a:lnTo>
                <a:lnTo>
                  <a:pt x="0" y="447431"/>
                </a:lnTo>
                <a:lnTo>
                  <a:pt x="2491969" y="447431"/>
                </a:lnTo>
                <a:lnTo>
                  <a:pt x="2491969" y="0"/>
                </a:lnTo>
                <a:close/>
              </a:path>
            </a:pathLst>
          </a:custGeom>
          <a:solidFill>
            <a:srgbClr val="D61F2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GB" sz="1800" spc="-10" dirty="0">
                <a:solidFill>
                  <a:srgbClr val="FFFFFF"/>
                </a:solidFill>
                <a:latin typeface="Arial"/>
                <a:cs typeface="Arial"/>
              </a:rPr>
              <a:t>Contact</a:t>
            </a:r>
            <a:endParaRPr lang="en-GB" sz="1800" dirty="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1008418" y="262290"/>
            <a:ext cx="1073150" cy="1072515"/>
          </a:xfrm>
          <a:custGeom>
            <a:avLst/>
            <a:gdLst/>
            <a:ahLst/>
            <a:cxnLst/>
            <a:rect l="l" t="t" r="r" b="b"/>
            <a:pathLst>
              <a:path w="1073150" h="1072515">
                <a:moveTo>
                  <a:pt x="543310" y="0"/>
                </a:moveTo>
                <a:lnTo>
                  <a:pt x="536267" y="0"/>
                </a:lnTo>
                <a:lnTo>
                  <a:pt x="529504" y="0"/>
                </a:lnTo>
                <a:lnTo>
                  <a:pt x="522801" y="649"/>
                </a:lnTo>
                <a:lnTo>
                  <a:pt x="484469" y="13126"/>
                </a:lnTo>
                <a:lnTo>
                  <a:pt x="453467" y="38885"/>
                </a:lnTo>
                <a:lnTo>
                  <a:pt x="434102" y="74231"/>
                </a:lnTo>
                <a:lnTo>
                  <a:pt x="429323" y="100734"/>
                </a:lnTo>
                <a:lnTo>
                  <a:pt x="166344" y="232287"/>
                </a:lnTo>
                <a:lnTo>
                  <a:pt x="152562" y="224521"/>
                </a:lnTo>
                <a:lnTo>
                  <a:pt x="138123" y="218963"/>
                </a:lnTo>
                <a:lnTo>
                  <a:pt x="123023" y="215622"/>
                </a:lnTo>
                <a:lnTo>
                  <a:pt x="107253" y="214506"/>
                </a:lnTo>
                <a:lnTo>
                  <a:pt x="100210" y="214506"/>
                </a:lnTo>
                <a:lnTo>
                  <a:pt x="59710" y="225369"/>
                </a:lnTo>
                <a:lnTo>
                  <a:pt x="26437" y="250877"/>
                </a:lnTo>
                <a:lnTo>
                  <a:pt x="5463" y="287218"/>
                </a:lnTo>
                <a:lnTo>
                  <a:pt x="0" y="314717"/>
                </a:lnTo>
                <a:lnTo>
                  <a:pt x="0" y="328803"/>
                </a:lnTo>
                <a:lnTo>
                  <a:pt x="10862" y="369303"/>
                </a:lnTo>
                <a:lnTo>
                  <a:pt x="36400" y="402575"/>
                </a:lnTo>
                <a:lnTo>
                  <a:pt x="72711" y="423520"/>
                </a:lnTo>
                <a:lnTo>
                  <a:pt x="100210" y="429013"/>
                </a:lnTo>
                <a:lnTo>
                  <a:pt x="107253" y="429013"/>
                </a:lnTo>
                <a:lnTo>
                  <a:pt x="123000" y="427868"/>
                </a:lnTo>
                <a:lnTo>
                  <a:pt x="138074" y="424518"/>
                </a:lnTo>
                <a:lnTo>
                  <a:pt x="152480" y="418963"/>
                </a:lnTo>
                <a:lnTo>
                  <a:pt x="166219" y="411197"/>
                </a:lnTo>
                <a:lnTo>
                  <a:pt x="429323" y="542756"/>
                </a:lnTo>
                <a:lnTo>
                  <a:pt x="438914" y="580921"/>
                </a:lnTo>
                <a:lnTo>
                  <a:pt x="461660" y="613078"/>
                </a:lnTo>
                <a:lnTo>
                  <a:pt x="482640" y="628934"/>
                </a:lnTo>
                <a:lnTo>
                  <a:pt x="482640" y="872459"/>
                </a:lnTo>
                <a:lnTo>
                  <a:pt x="477176" y="875808"/>
                </a:lnTo>
                <a:lnTo>
                  <a:pt x="214197" y="744255"/>
                </a:lnTo>
                <a:lnTo>
                  <a:pt x="213791" y="737522"/>
                </a:lnTo>
                <a:lnTo>
                  <a:pt x="212737" y="730849"/>
                </a:lnTo>
                <a:lnTo>
                  <a:pt x="197995" y="693363"/>
                </a:lnTo>
                <a:lnTo>
                  <a:pt x="170437" y="663940"/>
                </a:lnTo>
                <a:lnTo>
                  <a:pt x="134007" y="646720"/>
                </a:lnTo>
                <a:lnTo>
                  <a:pt x="114016" y="643520"/>
                </a:lnTo>
                <a:lnTo>
                  <a:pt x="100210" y="643520"/>
                </a:lnTo>
                <a:lnTo>
                  <a:pt x="59710" y="654383"/>
                </a:lnTo>
                <a:lnTo>
                  <a:pt x="26437" y="679891"/>
                </a:lnTo>
                <a:lnTo>
                  <a:pt x="5463" y="716232"/>
                </a:lnTo>
                <a:lnTo>
                  <a:pt x="0" y="743731"/>
                </a:lnTo>
                <a:lnTo>
                  <a:pt x="0" y="757817"/>
                </a:lnTo>
                <a:lnTo>
                  <a:pt x="10862" y="798317"/>
                </a:lnTo>
                <a:lnTo>
                  <a:pt x="36400" y="831583"/>
                </a:lnTo>
                <a:lnTo>
                  <a:pt x="72711" y="852534"/>
                </a:lnTo>
                <a:lnTo>
                  <a:pt x="100210" y="858027"/>
                </a:lnTo>
                <a:lnTo>
                  <a:pt x="107253" y="858027"/>
                </a:lnTo>
                <a:lnTo>
                  <a:pt x="123000" y="856882"/>
                </a:lnTo>
                <a:lnTo>
                  <a:pt x="138074" y="853532"/>
                </a:lnTo>
                <a:lnTo>
                  <a:pt x="152480" y="847977"/>
                </a:lnTo>
                <a:lnTo>
                  <a:pt x="166219" y="840211"/>
                </a:lnTo>
                <a:lnTo>
                  <a:pt x="429323" y="971770"/>
                </a:lnTo>
                <a:lnTo>
                  <a:pt x="442110" y="1016858"/>
                </a:lnTo>
                <a:lnTo>
                  <a:pt x="467744" y="1047955"/>
                </a:lnTo>
                <a:lnTo>
                  <a:pt x="503060" y="1067446"/>
                </a:lnTo>
                <a:lnTo>
                  <a:pt x="529504" y="1072505"/>
                </a:lnTo>
                <a:lnTo>
                  <a:pt x="543030" y="1072505"/>
                </a:lnTo>
                <a:lnTo>
                  <a:pt x="582070" y="1062417"/>
                </a:lnTo>
                <a:lnTo>
                  <a:pt x="614657" y="1038642"/>
                </a:lnTo>
                <a:lnTo>
                  <a:pt x="636168" y="1004542"/>
                </a:lnTo>
                <a:lnTo>
                  <a:pt x="643211" y="971645"/>
                </a:lnTo>
                <a:lnTo>
                  <a:pt x="906190" y="840211"/>
                </a:lnTo>
                <a:lnTo>
                  <a:pt x="919972" y="847993"/>
                </a:lnTo>
                <a:lnTo>
                  <a:pt x="934410" y="853555"/>
                </a:lnTo>
                <a:lnTo>
                  <a:pt x="949511" y="856898"/>
                </a:lnTo>
                <a:lnTo>
                  <a:pt x="965281" y="858027"/>
                </a:lnTo>
                <a:lnTo>
                  <a:pt x="972324" y="858027"/>
                </a:lnTo>
                <a:lnTo>
                  <a:pt x="1012824" y="847165"/>
                </a:lnTo>
                <a:lnTo>
                  <a:pt x="1046096" y="821627"/>
                </a:lnTo>
                <a:lnTo>
                  <a:pt x="1067070" y="785315"/>
                </a:lnTo>
                <a:lnTo>
                  <a:pt x="1072534" y="757817"/>
                </a:lnTo>
                <a:lnTo>
                  <a:pt x="1072534" y="743731"/>
                </a:lnTo>
                <a:lnTo>
                  <a:pt x="1061672" y="703201"/>
                </a:lnTo>
                <a:lnTo>
                  <a:pt x="1036134" y="669929"/>
                </a:lnTo>
                <a:lnTo>
                  <a:pt x="999822" y="648984"/>
                </a:lnTo>
                <a:lnTo>
                  <a:pt x="972324" y="643520"/>
                </a:lnTo>
                <a:lnTo>
                  <a:pt x="958518" y="643520"/>
                </a:lnTo>
                <a:lnTo>
                  <a:pt x="919507" y="653608"/>
                </a:lnTo>
                <a:lnTo>
                  <a:pt x="886920" y="677347"/>
                </a:lnTo>
                <a:lnTo>
                  <a:pt x="865380" y="711424"/>
                </a:lnTo>
                <a:lnTo>
                  <a:pt x="858337" y="744255"/>
                </a:lnTo>
                <a:lnTo>
                  <a:pt x="595322" y="875808"/>
                </a:lnTo>
                <a:lnTo>
                  <a:pt x="591759" y="873609"/>
                </a:lnTo>
                <a:lnTo>
                  <a:pt x="589894" y="872584"/>
                </a:lnTo>
                <a:lnTo>
                  <a:pt x="589894" y="628934"/>
                </a:lnTo>
                <a:lnTo>
                  <a:pt x="619768" y="603315"/>
                </a:lnTo>
                <a:lnTo>
                  <a:pt x="638366" y="568634"/>
                </a:lnTo>
                <a:lnTo>
                  <a:pt x="643211" y="542756"/>
                </a:lnTo>
                <a:lnTo>
                  <a:pt x="906190" y="411197"/>
                </a:lnTo>
                <a:lnTo>
                  <a:pt x="919972" y="418979"/>
                </a:lnTo>
                <a:lnTo>
                  <a:pt x="934410" y="424541"/>
                </a:lnTo>
                <a:lnTo>
                  <a:pt x="949511" y="427885"/>
                </a:lnTo>
                <a:lnTo>
                  <a:pt x="965281" y="429013"/>
                </a:lnTo>
                <a:lnTo>
                  <a:pt x="972324" y="429013"/>
                </a:lnTo>
                <a:lnTo>
                  <a:pt x="1012824" y="418151"/>
                </a:lnTo>
                <a:lnTo>
                  <a:pt x="1046096" y="392613"/>
                </a:lnTo>
                <a:lnTo>
                  <a:pt x="1067070" y="356302"/>
                </a:lnTo>
                <a:lnTo>
                  <a:pt x="1072534" y="328803"/>
                </a:lnTo>
                <a:lnTo>
                  <a:pt x="1072534" y="314717"/>
                </a:lnTo>
                <a:lnTo>
                  <a:pt x="1061672" y="274187"/>
                </a:lnTo>
                <a:lnTo>
                  <a:pt x="1036134" y="240915"/>
                </a:lnTo>
                <a:lnTo>
                  <a:pt x="999822" y="219970"/>
                </a:lnTo>
                <a:lnTo>
                  <a:pt x="972324" y="214506"/>
                </a:lnTo>
                <a:lnTo>
                  <a:pt x="958518" y="214506"/>
                </a:lnTo>
                <a:lnTo>
                  <a:pt x="919507" y="224594"/>
                </a:lnTo>
                <a:lnTo>
                  <a:pt x="886920" y="248333"/>
                </a:lnTo>
                <a:lnTo>
                  <a:pt x="865380" y="282410"/>
                </a:lnTo>
                <a:lnTo>
                  <a:pt x="858337" y="315241"/>
                </a:lnTo>
                <a:lnTo>
                  <a:pt x="595232" y="446794"/>
                </a:lnTo>
                <a:lnTo>
                  <a:pt x="581494" y="439032"/>
                </a:lnTo>
                <a:lnTo>
                  <a:pt x="567088" y="433482"/>
                </a:lnTo>
                <a:lnTo>
                  <a:pt x="552014" y="430142"/>
                </a:lnTo>
                <a:lnTo>
                  <a:pt x="536267" y="429013"/>
                </a:lnTo>
                <a:lnTo>
                  <a:pt x="520497" y="430129"/>
                </a:lnTo>
                <a:lnTo>
                  <a:pt x="505397" y="433470"/>
                </a:lnTo>
                <a:lnTo>
                  <a:pt x="490958" y="439028"/>
                </a:lnTo>
                <a:lnTo>
                  <a:pt x="477176" y="446794"/>
                </a:lnTo>
                <a:lnTo>
                  <a:pt x="227168" y="321760"/>
                </a:lnTo>
                <a:lnTo>
                  <a:pt x="477176" y="196690"/>
                </a:lnTo>
                <a:lnTo>
                  <a:pt x="490958" y="204472"/>
                </a:lnTo>
                <a:lnTo>
                  <a:pt x="505397" y="210034"/>
                </a:lnTo>
                <a:lnTo>
                  <a:pt x="520497" y="213378"/>
                </a:lnTo>
                <a:lnTo>
                  <a:pt x="536267" y="214506"/>
                </a:lnTo>
                <a:lnTo>
                  <a:pt x="543310" y="214506"/>
                </a:lnTo>
                <a:lnTo>
                  <a:pt x="583810" y="203644"/>
                </a:lnTo>
                <a:lnTo>
                  <a:pt x="617082" y="178106"/>
                </a:lnTo>
                <a:lnTo>
                  <a:pt x="638056" y="141795"/>
                </a:lnTo>
                <a:lnTo>
                  <a:pt x="643520" y="114296"/>
                </a:lnTo>
                <a:lnTo>
                  <a:pt x="643520" y="100210"/>
                </a:lnTo>
                <a:lnTo>
                  <a:pt x="632658" y="59680"/>
                </a:lnTo>
                <a:lnTo>
                  <a:pt x="607120" y="26408"/>
                </a:lnTo>
                <a:lnTo>
                  <a:pt x="570808" y="5463"/>
                </a:lnTo>
                <a:lnTo>
                  <a:pt x="550293" y="685"/>
                </a:lnTo>
                <a:lnTo>
                  <a:pt x="5433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2127763" y="336980"/>
            <a:ext cx="732155" cy="433070"/>
          </a:xfrm>
          <a:custGeom>
            <a:avLst/>
            <a:gdLst/>
            <a:ahLst/>
            <a:cxnLst/>
            <a:rect l="l" t="t" r="r" b="b"/>
            <a:pathLst>
              <a:path w="732154" h="433070">
                <a:moveTo>
                  <a:pt x="363588" y="38481"/>
                </a:moveTo>
                <a:lnTo>
                  <a:pt x="330263" y="19253"/>
                </a:lnTo>
                <a:lnTo>
                  <a:pt x="283552" y="5448"/>
                </a:lnTo>
                <a:lnTo>
                  <a:pt x="226428" y="0"/>
                </a:lnTo>
                <a:lnTo>
                  <a:pt x="204762" y="1079"/>
                </a:lnTo>
                <a:lnTo>
                  <a:pt x="162179" y="9715"/>
                </a:lnTo>
                <a:lnTo>
                  <a:pt x="121170" y="26555"/>
                </a:lnTo>
                <a:lnTo>
                  <a:pt x="84861" y="49593"/>
                </a:lnTo>
                <a:lnTo>
                  <a:pt x="53835" y="78447"/>
                </a:lnTo>
                <a:lnTo>
                  <a:pt x="28879" y="113144"/>
                </a:lnTo>
                <a:lnTo>
                  <a:pt x="10541" y="153174"/>
                </a:lnTo>
                <a:lnTo>
                  <a:pt x="1168" y="195440"/>
                </a:lnTo>
                <a:lnTo>
                  <a:pt x="0" y="217246"/>
                </a:lnTo>
                <a:lnTo>
                  <a:pt x="1993" y="245846"/>
                </a:lnTo>
                <a:lnTo>
                  <a:pt x="17932" y="300037"/>
                </a:lnTo>
                <a:lnTo>
                  <a:pt x="49110" y="349351"/>
                </a:lnTo>
                <a:lnTo>
                  <a:pt x="91135" y="388759"/>
                </a:lnTo>
                <a:lnTo>
                  <a:pt x="142392" y="416941"/>
                </a:lnTo>
                <a:lnTo>
                  <a:pt x="197624" y="431203"/>
                </a:lnTo>
                <a:lnTo>
                  <a:pt x="226428" y="432981"/>
                </a:lnTo>
                <a:lnTo>
                  <a:pt x="238988" y="432727"/>
                </a:lnTo>
                <a:lnTo>
                  <a:pt x="286804" y="426834"/>
                </a:lnTo>
                <a:lnTo>
                  <a:pt x="328231" y="414312"/>
                </a:lnTo>
                <a:lnTo>
                  <a:pt x="363588" y="394512"/>
                </a:lnTo>
                <a:lnTo>
                  <a:pt x="323126" y="313448"/>
                </a:lnTo>
                <a:lnTo>
                  <a:pt x="313448" y="320027"/>
                </a:lnTo>
                <a:lnTo>
                  <a:pt x="307962" y="323100"/>
                </a:lnTo>
                <a:lnTo>
                  <a:pt x="262470" y="337629"/>
                </a:lnTo>
                <a:lnTo>
                  <a:pt x="241071" y="339267"/>
                </a:lnTo>
                <a:lnTo>
                  <a:pt x="209778" y="336905"/>
                </a:lnTo>
                <a:lnTo>
                  <a:pt x="158699" y="318046"/>
                </a:lnTo>
                <a:lnTo>
                  <a:pt x="123317" y="282054"/>
                </a:lnTo>
                <a:lnTo>
                  <a:pt x="105498" y="239420"/>
                </a:lnTo>
                <a:lnTo>
                  <a:pt x="103276" y="216242"/>
                </a:lnTo>
                <a:lnTo>
                  <a:pt x="103797" y="205435"/>
                </a:lnTo>
                <a:lnTo>
                  <a:pt x="116281" y="163169"/>
                </a:lnTo>
                <a:lnTo>
                  <a:pt x="144640" y="125526"/>
                </a:lnTo>
                <a:lnTo>
                  <a:pt x="179247" y="104902"/>
                </a:lnTo>
                <a:lnTo>
                  <a:pt x="224256" y="94424"/>
                </a:lnTo>
                <a:lnTo>
                  <a:pt x="241071" y="93726"/>
                </a:lnTo>
                <a:lnTo>
                  <a:pt x="251891" y="94170"/>
                </a:lnTo>
                <a:lnTo>
                  <a:pt x="293801" y="104165"/>
                </a:lnTo>
                <a:lnTo>
                  <a:pt x="323126" y="119545"/>
                </a:lnTo>
                <a:lnTo>
                  <a:pt x="363588" y="38481"/>
                </a:lnTo>
                <a:close/>
              </a:path>
              <a:path w="732154" h="433070">
                <a:moveTo>
                  <a:pt x="731786" y="216242"/>
                </a:moveTo>
                <a:lnTo>
                  <a:pt x="727925" y="173329"/>
                </a:lnTo>
                <a:lnTo>
                  <a:pt x="716330" y="134175"/>
                </a:lnTo>
                <a:lnTo>
                  <a:pt x="697014" y="98780"/>
                </a:lnTo>
                <a:lnTo>
                  <a:pt x="691730" y="92608"/>
                </a:lnTo>
                <a:lnTo>
                  <a:pt x="669975" y="67157"/>
                </a:lnTo>
                <a:lnTo>
                  <a:pt x="637527" y="41084"/>
                </a:lnTo>
                <a:lnTo>
                  <a:pt x="629005" y="36639"/>
                </a:lnTo>
                <a:lnTo>
                  <a:pt x="629005" y="216738"/>
                </a:lnTo>
                <a:lnTo>
                  <a:pt x="626706" y="242201"/>
                </a:lnTo>
                <a:lnTo>
                  <a:pt x="609815" y="286397"/>
                </a:lnTo>
                <a:lnTo>
                  <a:pt x="577481" y="320560"/>
                </a:lnTo>
                <a:lnTo>
                  <a:pt x="534835" y="338175"/>
                </a:lnTo>
                <a:lnTo>
                  <a:pt x="509955" y="340385"/>
                </a:lnTo>
                <a:lnTo>
                  <a:pt x="495312" y="340385"/>
                </a:lnTo>
                <a:lnTo>
                  <a:pt x="495312" y="92608"/>
                </a:lnTo>
                <a:lnTo>
                  <a:pt x="509955" y="92608"/>
                </a:lnTo>
                <a:lnTo>
                  <a:pt x="557707" y="101485"/>
                </a:lnTo>
                <a:lnTo>
                  <a:pt x="595731" y="128104"/>
                </a:lnTo>
                <a:lnTo>
                  <a:pt x="620687" y="168021"/>
                </a:lnTo>
                <a:lnTo>
                  <a:pt x="628967" y="216242"/>
                </a:lnTo>
                <a:lnTo>
                  <a:pt x="629005" y="216738"/>
                </a:lnTo>
                <a:lnTo>
                  <a:pt x="629005" y="36639"/>
                </a:lnTo>
                <a:lnTo>
                  <a:pt x="601903" y="22466"/>
                </a:lnTo>
                <a:lnTo>
                  <a:pt x="563105" y="11303"/>
                </a:lnTo>
                <a:lnTo>
                  <a:pt x="521131" y="7569"/>
                </a:lnTo>
                <a:lnTo>
                  <a:pt x="400100" y="7569"/>
                </a:lnTo>
                <a:lnTo>
                  <a:pt x="400100" y="425411"/>
                </a:lnTo>
                <a:lnTo>
                  <a:pt x="521131" y="425411"/>
                </a:lnTo>
                <a:lnTo>
                  <a:pt x="563308" y="421703"/>
                </a:lnTo>
                <a:lnTo>
                  <a:pt x="602221" y="410552"/>
                </a:lnTo>
                <a:lnTo>
                  <a:pt x="637857" y="391972"/>
                </a:lnTo>
                <a:lnTo>
                  <a:pt x="670217" y="365950"/>
                </a:lnTo>
                <a:lnTo>
                  <a:pt x="697153" y="334251"/>
                </a:lnTo>
                <a:lnTo>
                  <a:pt x="716394" y="298729"/>
                </a:lnTo>
                <a:lnTo>
                  <a:pt x="727938" y="259397"/>
                </a:lnTo>
                <a:lnTo>
                  <a:pt x="731748" y="216738"/>
                </a:lnTo>
                <a:lnTo>
                  <a:pt x="731786" y="216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3039878" y="344550"/>
            <a:ext cx="571500" cy="425450"/>
          </a:xfrm>
          <a:custGeom>
            <a:avLst/>
            <a:gdLst/>
            <a:ahLst/>
            <a:cxnLst/>
            <a:rect l="l" t="t" r="r" b="b"/>
            <a:pathLst>
              <a:path w="571500" h="425450">
                <a:moveTo>
                  <a:pt x="239090" y="334010"/>
                </a:moveTo>
                <a:lnTo>
                  <a:pt x="95211" y="334010"/>
                </a:lnTo>
                <a:lnTo>
                  <a:pt x="95211" y="0"/>
                </a:lnTo>
                <a:lnTo>
                  <a:pt x="0" y="0"/>
                </a:lnTo>
                <a:lnTo>
                  <a:pt x="0" y="334010"/>
                </a:lnTo>
                <a:lnTo>
                  <a:pt x="0" y="417830"/>
                </a:lnTo>
                <a:lnTo>
                  <a:pt x="239090" y="417830"/>
                </a:lnTo>
                <a:lnTo>
                  <a:pt x="239090" y="334010"/>
                </a:lnTo>
                <a:close/>
              </a:path>
              <a:path w="571500" h="425450">
                <a:moveTo>
                  <a:pt x="571284" y="158026"/>
                </a:moveTo>
                <a:lnTo>
                  <a:pt x="483641" y="158026"/>
                </a:lnTo>
                <a:lnTo>
                  <a:pt x="483641" y="288251"/>
                </a:lnTo>
                <a:lnTo>
                  <a:pt x="482574" y="300850"/>
                </a:lnTo>
                <a:lnTo>
                  <a:pt x="457593" y="339318"/>
                </a:lnTo>
                <a:lnTo>
                  <a:pt x="423316" y="348945"/>
                </a:lnTo>
                <a:lnTo>
                  <a:pt x="410311" y="347891"/>
                </a:lnTo>
                <a:lnTo>
                  <a:pt x="371957" y="322961"/>
                </a:lnTo>
                <a:lnTo>
                  <a:pt x="362610" y="288251"/>
                </a:lnTo>
                <a:lnTo>
                  <a:pt x="363702" y="275399"/>
                </a:lnTo>
                <a:lnTo>
                  <a:pt x="389267" y="236639"/>
                </a:lnTo>
                <a:lnTo>
                  <a:pt x="423316" y="226923"/>
                </a:lnTo>
                <a:lnTo>
                  <a:pt x="435483" y="228003"/>
                </a:lnTo>
                <a:lnTo>
                  <a:pt x="473798" y="253365"/>
                </a:lnTo>
                <a:lnTo>
                  <a:pt x="483641" y="288251"/>
                </a:lnTo>
                <a:lnTo>
                  <a:pt x="483641" y="158026"/>
                </a:lnTo>
                <a:lnTo>
                  <a:pt x="481660" y="158026"/>
                </a:lnTo>
                <a:lnTo>
                  <a:pt x="481660" y="182854"/>
                </a:lnTo>
                <a:lnTo>
                  <a:pt x="463765" y="168681"/>
                </a:lnTo>
                <a:lnTo>
                  <a:pt x="443611" y="158559"/>
                </a:lnTo>
                <a:lnTo>
                  <a:pt x="421182" y="152488"/>
                </a:lnTo>
                <a:lnTo>
                  <a:pt x="396506" y="150456"/>
                </a:lnTo>
                <a:lnTo>
                  <a:pt x="369620" y="152958"/>
                </a:lnTo>
                <a:lnTo>
                  <a:pt x="323253" y="172948"/>
                </a:lnTo>
                <a:lnTo>
                  <a:pt x="287845" y="211543"/>
                </a:lnTo>
                <a:lnTo>
                  <a:pt x="269671" y="260451"/>
                </a:lnTo>
                <a:lnTo>
                  <a:pt x="267398" y="288251"/>
                </a:lnTo>
                <a:lnTo>
                  <a:pt x="269671" y="315988"/>
                </a:lnTo>
                <a:lnTo>
                  <a:pt x="287845" y="364705"/>
                </a:lnTo>
                <a:lnTo>
                  <a:pt x="323253" y="403085"/>
                </a:lnTo>
                <a:lnTo>
                  <a:pt x="369620" y="422935"/>
                </a:lnTo>
                <a:lnTo>
                  <a:pt x="396506" y="425424"/>
                </a:lnTo>
                <a:lnTo>
                  <a:pt x="421182" y="423113"/>
                </a:lnTo>
                <a:lnTo>
                  <a:pt x="443611" y="416179"/>
                </a:lnTo>
                <a:lnTo>
                  <a:pt x="463765" y="404609"/>
                </a:lnTo>
                <a:lnTo>
                  <a:pt x="481660" y="388429"/>
                </a:lnTo>
                <a:lnTo>
                  <a:pt x="482650" y="388429"/>
                </a:lnTo>
                <a:lnTo>
                  <a:pt x="482650" y="417842"/>
                </a:lnTo>
                <a:lnTo>
                  <a:pt x="571284" y="417842"/>
                </a:lnTo>
                <a:lnTo>
                  <a:pt x="571284" y="388429"/>
                </a:lnTo>
                <a:lnTo>
                  <a:pt x="571284" y="348945"/>
                </a:lnTo>
                <a:lnTo>
                  <a:pt x="571284" y="226923"/>
                </a:lnTo>
                <a:lnTo>
                  <a:pt x="571284" y="182854"/>
                </a:lnTo>
                <a:lnTo>
                  <a:pt x="571284" y="1580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3671934" y="326793"/>
            <a:ext cx="304165" cy="443230"/>
          </a:xfrm>
          <a:custGeom>
            <a:avLst/>
            <a:gdLst/>
            <a:ahLst/>
            <a:cxnLst/>
            <a:rect l="l" t="t" r="r" b="b"/>
            <a:pathLst>
              <a:path w="304165" h="443230">
                <a:moveTo>
                  <a:pt x="264331" y="406174"/>
                </a:moveTo>
                <a:lnTo>
                  <a:pt x="89628" y="406174"/>
                </a:lnTo>
                <a:lnTo>
                  <a:pt x="107456" y="422365"/>
                </a:lnTo>
                <a:lnTo>
                  <a:pt x="127568" y="433926"/>
                </a:lnTo>
                <a:lnTo>
                  <a:pt x="149967" y="440860"/>
                </a:lnTo>
                <a:lnTo>
                  <a:pt x="174656" y="443171"/>
                </a:lnTo>
                <a:lnTo>
                  <a:pt x="201541" y="440691"/>
                </a:lnTo>
                <a:lnTo>
                  <a:pt x="225958" y="433247"/>
                </a:lnTo>
                <a:lnTo>
                  <a:pt x="247907" y="420834"/>
                </a:lnTo>
                <a:lnTo>
                  <a:pt x="264331" y="406174"/>
                </a:lnTo>
                <a:close/>
              </a:path>
              <a:path w="304165" h="443230">
                <a:moveTo>
                  <a:pt x="89628" y="0"/>
                </a:moveTo>
                <a:lnTo>
                  <a:pt x="0" y="0"/>
                </a:lnTo>
                <a:lnTo>
                  <a:pt x="0" y="435598"/>
                </a:lnTo>
                <a:lnTo>
                  <a:pt x="88633" y="435598"/>
                </a:lnTo>
                <a:lnTo>
                  <a:pt x="88633" y="406174"/>
                </a:lnTo>
                <a:lnTo>
                  <a:pt x="264331" y="406174"/>
                </a:lnTo>
                <a:lnTo>
                  <a:pt x="267388" y="403445"/>
                </a:lnTo>
                <a:lnTo>
                  <a:pt x="283355" y="382462"/>
                </a:lnTo>
                <a:lnTo>
                  <a:pt x="291091" y="366699"/>
                </a:lnTo>
                <a:lnTo>
                  <a:pt x="147848" y="366699"/>
                </a:lnTo>
                <a:lnTo>
                  <a:pt x="135465" y="365646"/>
                </a:lnTo>
                <a:lnTo>
                  <a:pt x="135323" y="365646"/>
                </a:lnTo>
                <a:lnTo>
                  <a:pt x="124085" y="362484"/>
                </a:lnTo>
                <a:lnTo>
                  <a:pt x="91855" y="330065"/>
                </a:lnTo>
                <a:lnTo>
                  <a:pt x="87638" y="306000"/>
                </a:lnTo>
                <a:lnTo>
                  <a:pt x="88721" y="293151"/>
                </a:lnTo>
                <a:lnTo>
                  <a:pt x="114258" y="254390"/>
                </a:lnTo>
                <a:lnTo>
                  <a:pt x="147848" y="244674"/>
                </a:lnTo>
                <a:lnTo>
                  <a:pt x="290872" y="244674"/>
                </a:lnTo>
                <a:lnTo>
                  <a:pt x="283355" y="229289"/>
                </a:lnTo>
                <a:lnTo>
                  <a:pt x="267388" y="208179"/>
                </a:lnTo>
                <a:lnTo>
                  <a:pt x="258948" y="200605"/>
                </a:lnTo>
                <a:lnTo>
                  <a:pt x="89628" y="200605"/>
                </a:lnTo>
                <a:lnTo>
                  <a:pt x="89628" y="0"/>
                </a:lnTo>
                <a:close/>
              </a:path>
              <a:path w="304165" h="443230">
                <a:moveTo>
                  <a:pt x="290872" y="244674"/>
                </a:moveTo>
                <a:lnTo>
                  <a:pt x="147848" y="244674"/>
                </a:lnTo>
                <a:lnTo>
                  <a:pt x="160228" y="245756"/>
                </a:lnTo>
                <a:lnTo>
                  <a:pt x="171579" y="248997"/>
                </a:lnTo>
                <a:lnTo>
                  <a:pt x="204297" y="281521"/>
                </a:lnTo>
                <a:lnTo>
                  <a:pt x="208673" y="306000"/>
                </a:lnTo>
                <a:lnTo>
                  <a:pt x="207641" y="318603"/>
                </a:lnTo>
                <a:lnTo>
                  <a:pt x="182871" y="357210"/>
                </a:lnTo>
                <a:lnTo>
                  <a:pt x="147848" y="366699"/>
                </a:lnTo>
                <a:lnTo>
                  <a:pt x="291091" y="366699"/>
                </a:lnTo>
                <a:lnTo>
                  <a:pt x="294760" y="359225"/>
                </a:lnTo>
                <a:lnTo>
                  <a:pt x="301603" y="333737"/>
                </a:lnTo>
                <a:lnTo>
                  <a:pt x="303884" y="306000"/>
                </a:lnTo>
                <a:lnTo>
                  <a:pt x="301603" y="278202"/>
                </a:lnTo>
                <a:lnTo>
                  <a:pt x="294760" y="252631"/>
                </a:lnTo>
                <a:lnTo>
                  <a:pt x="290872" y="244674"/>
                </a:lnTo>
                <a:close/>
              </a:path>
              <a:path w="304165" h="443230">
                <a:moveTo>
                  <a:pt x="174656" y="168209"/>
                </a:moveTo>
                <a:lnTo>
                  <a:pt x="149967" y="170233"/>
                </a:lnTo>
                <a:lnTo>
                  <a:pt x="127568" y="176307"/>
                </a:lnTo>
                <a:lnTo>
                  <a:pt x="107456" y="186431"/>
                </a:lnTo>
                <a:lnTo>
                  <a:pt x="89628" y="200605"/>
                </a:lnTo>
                <a:lnTo>
                  <a:pt x="258948" y="200605"/>
                </a:lnTo>
                <a:lnTo>
                  <a:pt x="247907" y="190699"/>
                </a:lnTo>
                <a:lnTo>
                  <a:pt x="225958" y="178208"/>
                </a:lnTo>
                <a:lnTo>
                  <a:pt x="201541" y="170709"/>
                </a:lnTo>
                <a:lnTo>
                  <a:pt x="174656" y="168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2146357" y="815262"/>
            <a:ext cx="1782445" cy="557530"/>
          </a:xfrm>
          <a:custGeom>
            <a:avLst/>
            <a:gdLst/>
            <a:ahLst/>
            <a:cxnLst/>
            <a:rect l="l" t="t" r="r" b="b"/>
            <a:pathLst>
              <a:path w="1782444" h="557530">
                <a:moveTo>
                  <a:pt x="343852" y="425411"/>
                </a:moveTo>
                <a:lnTo>
                  <a:pt x="206286" y="260311"/>
                </a:lnTo>
                <a:lnTo>
                  <a:pt x="199986" y="252730"/>
                </a:lnTo>
                <a:lnTo>
                  <a:pt x="218732" y="245249"/>
                </a:lnTo>
                <a:lnTo>
                  <a:pt x="235407" y="235458"/>
                </a:lnTo>
                <a:lnTo>
                  <a:pt x="272351" y="192900"/>
                </a:lnTo>
                <a:lnTo>
                  <a:pt x="284187" y="153809"/>
                </a:lnTo>
                <a:lnTo>
                  <a:pt x="285635" y="131699"/>
                </a:lnTo>
                <a:lnTo>
                  <a:pt x="283260" y="103517"/>
                </a:lnTo>
                <a:lnTo>
                  <a:pt x="277749" y="84378"/>
                </a:lnTo>
                <a:lnTo>
                  <a:pt x="277647" y="84035"/>
                </a:lnTo>
                <a:lnTo>
                  <a:pt x="277558" y="83718"/>
                </a:lnTo>
                <a:lnTo>
                  <a:pt x="247650" y="39712"/>
                </a:lnTo>
                <a:lnTo>
                  <a:pt x="204076" y="15608"/>
                </a:lnTo>
                <a:lnTo>
                  <a:pt x="185331" y="11264"/>
                </a:lnTo>
                <a:lnTo>
                  <a:pt x="185331" y="138277"/>
                </a:lnTo>
                <a:lnTo>
                  <a:pt x="185013" y="145580"/>
                </a:lnTo>
                <a:lnTo>
                  <a:pt x="163360" y="183959"/>
                </a:lnTo>
                <a:lnTo>
                  <a:pt x="122555" y="192747"/>
                </a:lnTo>
                <a:lnTo>
                  <a:pt x="115125" y="192900"/>
                </a:lnTo>
                <a:lnTo>
                  <a:pt x="95211" y="192900"/>
                </a:lnTo>
                <a:lnTo>
                  <a:pt x="95211" y="83540"/>
                </a:lnTo>
                <a:lnTo>
                  <a:pt x="115125" y="83540"/>
                </a:lnTo>
                <a:lnTo>
                  <a:pt x="122555" y="83718"/>
                </a:lnTo>
                <a:lnTo>
                  <a:pt x="134708" y="84378"/>
                </a:lnTo>
                <a:lnTo>
                  <a:pt x="141630" y="85585"/>
                </a:lnTo>
                <a:lnTo>
                  <a:pt x="149339" y="87642"/>
                </a:lnTo>
                <a:lnTo>
                  <a:pt x="157086" y="89623"/>
                </a:lnTo>
                <a:lnTo>
                  <a:pt x="184048" y="124193"/>
                </a:lnTo>
                <a:lnTo>
                  <a:pt x="185331" y="138277"/>
                </a:lnTo>
                <a:lnTo>
                  <a:pt x="185331" y="11264"/>
                </a:lnTo>
                <a:lnTo>
                  <a:pt x="178104" y="9575"/>
                </a:lnTo>
                <a:lnTo>
                  <a:pt x="149339" y="7569"/>
                </a:lnTo>
                <a:lnTo>
                  <a:pt x="0" y="7569"/>
                </a:lnTo>
                <a:lnTo>
                  <a:pt x="0" y="425411"/>
                </a:lnTo>
                <a:lnTo>
                  <a:pt x="95211" y="425411"/>
                </a:lnTo>
                <a:lnTo>
                  <a:pt x="95211" y="260311"/>
                </a:lnTo>
                <a:lnTo>
                  <a:pt x="222821" y="425411"/>
                </a:lnTo>
                <a:lnTo>
                  <a:pt x="343852" y="425411"/>
                </a:lnTo>
                <a:close/>
              </a:path>
              <a:path w="1782444" h="557530">
                <a:moveTo>
                  <a:pt x="625944" y="295808"/>
                </a:moveTo>
                <a:lnTo>
                  <a:pt x="616267" y="237109"/>
                </a:lnTo>
                <a:lnTo>
                  <a:pt x="587209" y="193763"/>
                </a:lnTo>
                <a:lnTo>
                  <a:pt x="542709" y="166954"/>
                </a:lnTo>
                <a:lnTo>
                  <a:pt x="538429" y="165874"/>
                </a:lnTo>
                <a:lnTo>
                  <a:pt x="538429" y="258318"/>
                </a:lnTo>
                <a:lnTo>
                  <a:pt x="439623" y="258318"/>
                </a:lnTo>
                <a:lnTo>
                  <a:pt x="460921" y="222808"/>
                </a:lnTo>
                <a:lnTo>
                  <a:pt x="489280" y="216242"/>
                </a:lnTo>
                <a:lnTo>
                  <a:pt x="499567" y="216966"/>
                </a:lnTo>
                <a:lnTo>
                  <a:pt x="499110" y="216966"/>
                </a:lnTo>
                <a:lnTo>
                  <a:pt x="507657" y="218973"/>
                </a:lnTo>
                <a:lnTo>
                  <a:pt x="536257" y="248742"/>
                </a:lnTo>
                <a:lnTo>
                  <a:pt x="538429" y="258318"/>
                </a:lnTo>
                <a:lnTo>
                  <a:pt x="538429" y="165874"/>
                </a:lnTo>
                <a:lnTo>
                  <a:pt x="516128" y="160248"/>
                </a:lnTo>
                <a:lnTo>
                  <a:pt x="486664" y="158013"/>
                </a:lnTo>
                <a:lnTo>
                  <a:pt x="458343" y="160553"/>
                </a:lnTo>
                <a:lnTo>
                  <a:pt x="407949" y="180848"/>
                </a:lnTo>
                <a:lnTo>
                  <a:pt x="367499" y="219875"/>
                </a:lnTo>
                <a:lnTo>
                  <a:pt x="346532" y="268465"/>
                </a:lnTo>
                <a:lnTo>
                  <a:pt x="343903" y="295808"/>
                </a:lnTo>
                <a:lnTo>
                  <a:pt x="346532" y="323100"/>
                </a:lnTo>
                <a:lnTo>
                  <a:pt x="367499" y="371576"/>
                </a:lnTo>
                <a:lnTo>
                  <a:pt x="407949" y="410349"/>
                </a:lnTo>
                <a:lnTo>
                  <a:pt x="458343" y="430466"/>
                </a:lnTo>
                <a:lnTo>
                  <a:pt x="486664" y="432981"/>
                </a:lnTo>
                <a:lnTo>
                  <a:pt x="530428" y="428739"/>
                </a:lnTo>
                <a:lnTo>
                  <a:pt x="567474" y="416001"/>
                </a:lnTo>
                <a:lnTo>
                  <a:pt x="597827" y="394792"/>
                </a:lnTo>
                <a:lnTo>
                  <a:pt x="621474" y="365074"/>
                </a:lnTo>
                <a:lnTo>
                  <a:pt x="614514" y="361607"/>
                </a:lnTo>
                <a:lnTo>
                  <a:pt x="556552" y="332676"/>
                </a:lnTo>
                <a:lnTo>
                  <a:pt x="520852" y="358330"/>
                </a:lnTo>
                <a:lnTo>
                  <a:pt x="493242" y="361607"/>
                </a:lnTo>
                <a:lnTo>
                  <a:pt x="483057" y="360781"/>
                </a:lnTo>
                <a:lnTo>
                  <a:pt x="447040" y="340982"/>
                </a:lnTo>
                <a:lnTo>
                  <a:pt x="437134" y="307848"/>
                </a:lnTo>
                <a:lnTo>
                  <a:pt x="625449" y="307848"/>
                </a:lnTo>
                <a:lnTo>
                  <a:pt x="625754" y="305866"/>
                </a:lnTo>
                <a:lnTo>
                  <a:pt x="625944" y="301866"/>
                </a:lnTo>
                <a:lnTo>
                  <a:pt x="625944" y="295808"/>
                </a:lnTo>
                <a:close/>
              </a:path>
              <a:path w="1782444" h="557530">
                <a:moveTo>
                  <a:pt x="880224" y="182346"/>
                </a:moveTo>
                <a:lnTo>
                  <a:pt x="840752" y="164096"/>
                </a:lnTo>
                <a:lnTo>
                  <a:pt x="793203" y="158013"/>
                </a:lnTo>
                <a:lnTo>
                  <a:pt x="765454" y="160566"/>
                </a:lnTo>
                <a:lnTo>
                  <a:pt x="715175" y="181000"/>
                </a:lnTo>
                <a:lnTo>
                  <a:pt x="673696" y="220230"/>
                </a:lnTo>
                <a:lnTo>
                  <a:pt x="652043" y="268947"/>
                </a:lnTo>
                <a:lnTo>
                  <a:pt x="649338" y="296303"/>
                </a:lnTo>
                <a:lnTo>
                  <a:pt x="652043" y="323392"/>
                </a:lnTo>
                <a:lnTo>
                  <a:pt x="673696" y="371614"/>
                </a:lnTo>
                <a:lnTo>
                  <a:pt x="715175" y="410349"/>
                </a:lnTo>
                <a:lnTo>
                  <a:pt x="765454" y="430466"/>
                </a:lnTo>
                <a:lnTo>
                  <a:pt x="793203" y="432981"/>
                </a:lnTo>
                <a:lnTo>
                  <a:pt x="805903" y="432562"/>
                </a:lnTo>
                <a:lnTo>
                  <a:pt x="851776" y="423291"/>
                </a:lnTo>
                <a:lnTo>
                  <a:pt x="880224" y="409765"/>
                </a:lnTo>
                <a:lnTo>
                  <a:pt x="849934" y="347446"/>
                </a:lnTo>
                <a:lnTo>
                  <a:pt x="845350" y="350431"/>
                </a:lnTo>
                <a:lnTo>
                  <a:pt x="841933" y="352513"/>
                </a:lnTo>
                <a:lnTo>
                  <a:pt x="836587" y="354584"/>
                </a:lnTo>
                <a:lnTo>
                  <a:pt x="822134" y="358622"/>
                </a:lnTo>
                <a:lnTo>
                  <a:pt x="814463" y="359613"/>
                </a:lnTo>
                <a:lnTo>
                  <a:pt x="806361" y="359613"/>
                </a:lnTo>
                <a:lnTo>
                  <a:pt x="762800" y="340868"/>
                </a:lnTo>
                <a:lnTo>
                  <a:pt x="744550" y="295186"/>
                </a:lnTo>
                <a:lnTo>
                  <a:pt x="745680" y="282511"/>
                </a:lnTo>
                <a:lnTo>
                  <a:pt x="772363" y="241935"/>
                </a:lnTo>
                <a:lnTo>
                  <a:pt x="806361" y="231381"/>
                </a:lnTo>
                <a:lnTo>
                  <a:pt x="819137" y="232143"/>
                </a:lnTo>
                <a:lnTo>
                  <a:pt x="830668" y="234429"/>
                </a:lnTo>
                <a:lnTo>
                  <a:pt x="840930" y="238226"/>
                </a:lnTo>
                <a:lnTo>
                  <a:pt x="849934" y="243547"/>
                </a:lnTo>
                <a:lnTo>
                  <a:pt x="880224" y="182346"/>
                </a:lnTo>
                <a:close/>
              </a:path>
              <a:path w="1782444" h="557530">
                <a:moveTo>
                  <a:pt x="1212583" y="298297"/>
                </a:moveTo>
                <a:lnTo>
                  <a:pt x="1196454" y="246532"/>
                </a:lnTo>
                <a:lnTo>
                  <a:pt x="1168844" y="217208"/>
                </a:lnTo>
                <a:lnTo>
                  <a:pt x="1134262" y="193738"/>
                </a:lnTo>
                <a:lnTo>
                  <a:pt x="1080262" y="169189"/>
                </a:lnTo>
                <a:lnTo>
                  <a:pt x="1074496" y="166446"/>
                </a:lnTo>
                <a:lnTo>
                  <a:pt x="1037272" y="143764"/>
                </a:lnTo>
                <a:lnTo>
                  <a:pt x="1027633" y="129806"/>
                </a:lnTo>
                <a:lnTo>
                  <a:pt x="1027633" y="124002"/>
                </a:lnTo>
                <a:lnTo>
                  <a:pt x="1056170" y="89065"/>
                </a:lnTo>
                <a:lnTo>
                  <a:pt x="1077277" y="86512"/>
                </a:lnTo>
                <a:lnTo>
                  <a:pt x="1087081" y="87033"/>
                </a:lnTo>
                <a:lnTo>
                  <a:pt x="1129017" y="98552"/>
                </a:lnTo>
                <a:lnTo>
                  <a:pt x="1161948" y="115443"/>
                </a:lnTo>
                <a:lnTo>
                  <a:pt x="1200429" y="39471"/>
                </a:lnTo>
                <a:lnTo>
                  <a:pt x="1165288" y="19685"/>
                </a:lnTo>
                <a:lnTo>
                  <a:pt x="1120698" y="5588"/>
                </a:lnTo>
                <a:lnTo>
                  <a:pt x="1070698" y="0"/>
                </a:lnTo>
                <a:lnTo>
                  <a:pt x="1044841" y="2222"/>
                </a:lnTo>
                <a:lnTo>
                  <a:pt x="997496" y="20104"/>
                </a:lnTo>
                <a:lnTo>
                  <a:pt x="957846" y="54851"/>
                </a:lnTo>
                <a:lnTo>
                  <a:pt x="937120" y="100787"/>
                </a:lnTo>
                <a:lnTo>
                  <a:pt x="934529" y="127609"/>
                </a:lnTo>
                <a:lnTo>
                  <a:pt x="935812" y="143548"/>
                </a:lnTo>
                <a:lnTo>
                  <a:pt x="955255" y="188188"/>
                </a:lnTo>
                <a:lnTo>
                  <a:pt x="996061" y="225044"/>
                </a:lnTo>
                <a:lnTo>
                  <a:pt x="1050975" y="252526"/>
                </a:lnTo>
                <a:lnTo>
                  <a:pt x="1064628" y="259105"/>
                </a:lnTo>
                <a:lnTo>
                  <a:pt x="1101026" y="282994"/>
                </a:lnTo>
                <a:lnTo>
                  <a:pt x="1108189" y="298107"/>
                </a:lnTo>
                <a:lnTo>
                  <a:pt x="1108189" y="303872"/>
                </a:lnTo>
                <a:lnTo>
                  <a:pt x="1104430" y="321805"/>
                </a:lnTo>
                <a:lnTo>
                  <a:pt x="1093139" y="334606"/>
                </a:lnTo>
                <a:lnTo>
                  <a:pt x="1074318" y="342277"/>
                </a:lnTo>
                <a:lnTo>
                  <a:pt x="1047978" y="344843"/>
                </a:lnTo>
                <a:lnTo>
                  <a:pt x="1037170" y="344017"/>
                </a:lnTo>
                <a:lnTo>
                  <a:pt x="1000074" y="331685"/>
                </a:lnTo>
                <a:lnTo>
                  <a:pt x="962329" y="310705"/>
                </a:lnTo>
                <a:lnTo>
                  <a:pt x="945578" y="297789"/>
                </a:lnTo>
                <a:lnTo>
                  <a:pt x="898029" y="377736"/>
                </a:lnTo>
                <a:lnTo>
                  <a:pt x="932637" y="401167"/>
                </a:lnTo>
                <a:lnTo>
                  <a:pt x="977125" y="421132"/>
                </a:lnTo>
                <a:lnTo>
                  <a:pt x="1014526" y="429831"/>
                </a:lnTo>
                <a:lnTo>
                  <a:pt x="1055065" y="432981"/>
                </a:lnTo>
                <a:lnTo>
                  <a:pt x="1070724" y="432523"/>
                </a:lnTo>
                <a:lnTo>
                  <a:pt x="1114272" y="425653"/>
                </a:lnTo>
                <a:lnTo>
                  <a:pt x="1152512" y="410286"/>
                </a:lnTo>
                <a:lnTo>
                  <a:pt x="1184211" y="385025"/>
                </a:lnTo>
                <a:lnTo>
                  <a:pt x="1205255" y="347129"/>
                </a:lnTo>
                <a:lnTo>
                  <a:pt x="1211770" y="315734"/>
                </a:lnTo>
                <a:lnTo>
                  <a:pt x="1212583" y="298297"/>
                </a:lnTo>
                <a:close/>
              </a:path>
              <a:path w="1782444" h="557530">
                <a:moveTo>
                  <a:pt x="1557426" y="165595"/>
                </a:moveTo>
                <a:lnTo>
                  <a:pt x="1454150" y="165595"/>
                </a:lnTo>
                <a:lnTo>
                  <a:pt x="1392326" y="298792"/>
                </a:lnTo>
                <a:lnTo>
                  <a:pt x="1319961" y="165595"/>
                </a:lnTo>
                <a:lnTo>
                  <a:pt x="1216558" y="165595"/>
                </a:lnTo>
                <a:lnTo>
                  <a:pt x="1339697" y="384937"/>
                </a:lnTo>
                <a:lnTo>
                  <a:pt x="1250073" y="557110"/>
                </a:lnTo>
                <a:lnTo>
                  <a:pt x="1353350" y="557110"/>
                </a:lnTo>
                <a:lnTo>
                  <a:pt x="1557426" y="165595"/>
                </a:lnTo>
                <a:close/>
              </a:path>
              <a:path w="1782444" h="557530">
                <a:moveTo>
                  <a:pt x="1782343" y="344347"/>
                </a:moveTo>
                <a:lnTo>
                  <a:pt x="1771357" y="303961"/>
                </a:lnTo>
                <a:lnTo>
                  <a:pt x="1742655" y="278091"/>
                </a:lnTo>
                <a:lnTo>
                  <a:pt x="1703387" y="261302"/>
                </a:lnTo>
                <a:lnTo>
                  <a:pt x="1701647" y="260985"/>
                </a:lnTo>
                <a:lnTo>
                  <a:pt x="1699171" y="260311"/>
                </a:lnTo>
                <a:lnTo>
                  <a:pt x="1664296" y="243179"/>
                </a:lnTo>
                <a:lnTo>
                  <a:pt x="1662798" y="237807"/>
                </a:lnTo>
                <a:lnTo>
                  <a:pt x="1662798" y="230454"/>
                </a:lnTo>
                <a:lnTo>
                  <a:pt x="1664906" y="226352"/>
                </a:lnTo>
                <a:lnTo>
                  <a:pt x="1673352" y="221945"/>
                </a:lnTo>
                <a:lnTo>
                  <a:pt x="1680552" y="220827"/>
                </a:lnTo>
                <a:lnTo>
                  <a:pt x="1690725" y="220827"/>
                </a:lnTo>
                <a:lnTo>
                  <a:pt x="1704568" y="221843"/>
                </a:lnTo>
                <a:lnTo>
                  <a:pt x="1718792" y="224878"/>
                </a:lnTo>
                <a:lnTo>
                  <a:pt x="1733423" y="229920"/>
                </a:lnTo>
                <a:lnTo>
                  <a:pt x="1748459" y="236969"/>
                </a:lnTo>
                <a:lnTo>
                  <a:pt x="1777746" y="178257"/>
                </a:lnTo>
                <a:lnTo>
                  <a:pt x="1734667" y="163106"/>
                </a:lnTo>
                <a:lnTo>
                  <a:pt x="1690725" y="158013"/>
                </a:lnTo>
                <a:lnTo>
                  <a:pt x="1665935" y="159397"/>
                </a:lnTo>
                <a:lnTo>
                  <a:pt x="1624469" y="170459"/>
                </a:lnTo>
                <a:lnTo>
                  <a:pt x="1584896" y="206463"/>
                </a:lnTo>
                <a:lnTo>
                  <a:pt x="1577263" y="241566"/>
                </a:lnTo>
                <a:lnTo>
                  <a:pt x="1578152" y="254088"/>
                </a:lnTo>
                <a:lnTo>
                  <a:pt x="1599133" y="291642"/>
                </a:lnTo>
                <a:lnTo>
                  <a:pt x="1635188" y="315061"/>
                </a:lnTo>
                <a:lnTo>
                  <a:pt x="1664347" y="326580"/>
                </a:lnTo>
                <a:lnTo>
                  <a:pt x="1670989" y="329387"/>
                </a:lnTo>
                <a:lnTo>
                  <a:pt x="1676387" y="332041"/>
                </a:lnTo>
                <a:lnTo>
                  <a:pt x="1680552" y="334543"/>
                </a:lnTo>
                <a:lnTo>
                  <a:pt x="1685264" y="337705"/>
                </a:lnTo>
                <a:lnTo>
                  <a:pt x="1687626" y="342176"/>
                </a:lnTo>
                <a:lnTo>
                  <a:pt x="1687626" y="347941"/>
                </a:lnTo>
                <a:lnTo>
                  <a:pt x="1685886" y="356158"/>
                </a:lnTo>
                <a:lnTo>
                  <a:pt x="1680667" y="362013"/>
                </a:lnTo>
                <a:lnTo>
                  <a:pt x="1671980" y="365518"/>
                </a:lnTo>
                <a:lnTo>
                  <a:pt x="1659826" y="366687"/>
                </a:lnTo>
                <a:lnTo>
                  <a:pt x="1653197" y="366179"/>
                </a:lnTo>
                <a:lnTo>
                  <a:pt x="1615313" y="350875"/>
                </a:lnTo>
                <a:lnTo>
                  <a:pt x="1595513" y="336778"/>
                </a:lnTo>
                <a:lnTo>
                  <a:pt x="1559026" y="398094"/>
                </a:lnTo>
                <a:lnTo>
                  <a:pt x="1594650" y="420090"/>
                </a:lnTo>
                <a:lnTo>
                  <a:pt x="1632089" y="430834"/>
                </a:lnTo>
                <a:lnTo>
                  <a:pt x="1659318" y="432981"/>
                </a:lnTo>
                <a:lnTo>
                  <a:pt x="1713141" y="427443"/>
                </a:lnTo>
                <a:lnTo>
                  <a:pt x="1751584" y="410819"/>
                </a:lnTo>
                <a:lnTo>
                  <a:pt x="1774647" y="383120"/>
                </a:lnTo>
                <a:lnTo>
                  <a:pt x="1782343" y="344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6" name="object 8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852" y="19054094"/>
            <a:ext cx="337804" cy="325293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852" y="18514037"/>
            <a:ext cx="337804" cy="337803"/>
          </a:xfrm>
          <a:prstGeom prst="rect">
            <a:avLst/>
          </a:prstGeom>
        </p:spPr>
      </p:pic>
      <p:sp>
        <p:nvSpPr>
          <p:cNvPr id="89" name="object 89"/>
          <p:cNvSpPr/>
          <p:nvPr/>
        </p:nvSpPr>
        <p:spPr>
          <a:xfrm>
            <a:off x="3989781" y="18452375"/>
            <a:ext cx="173355" cy="1004569"/>
          </a:xfrm>
          <a:custGeom>
            <a:avLst/>
            <a:gdLst/>
            <a:ahLst/>
            <a:cxnLst/>
            <a:rect l="l" t="t" r="r" b="b"/>
            <a:pathLst>
              <a:path w="173354" h="1004569">
                <a:moveTo>
                  <a:pt x="34632" y="623468"/>
                </a:moveTo>
                <a:lnTo>
                  <a:pt x="0" y="623468"/>
                </a:lnTo>
                <a:lnTo>
                  <a:pt x="0" y="658101"/>
                </a:lnTo>
                <a:lnTo>
                  <a:pt x="34632" y="658101"/>
                </a:lnTo>
                <a:lnTo>
                  <a:pt x="34632" y="623468"/>
                </a:lnTo>
                <a:close/>
              </a:path>
              <a:path w="173354" h="1004569">
                <a:moveTo>
                  <a:pt x="34632" y="450278"/>
                </a:moveTo>
                <a:lnTo>
                  <a:pt x="0" y="450278"/>
                </a:lnTo>
                <a:lnTo>
                  <a:pt x="0" y="484911"/>
                </a:lnTo>
                <a:lnTo>
                  <a:pt x="34632" y="484911"/>
                </a:lnTo>
                <a:lnTo>
                  <a:pt x="34632" y="450278"/>
                </a:lnTo>
                <a:close/>
              </a:path>
              <a:path w="173354" h="1004569">
                <a:moveTo>
                  <a:pt x="69278" y="692734"/>
                </a:moveTo>
                <a:lnTo>
                  <a:pt x="34632" y="692734"/>
                </a:lnTo>
                <a:lnTo>
                  <a:pt x="34632" y="727367"/>
                </a:lnTo>
                <a:lnTo>
                  <a:pt x="69278" y="727367"/>
                </a:lnTo>
                <a:lnTo>
                  <a:pt x="69278" y="692734"/>
                </a:lnTo>
                <a:close/>
              </a:path>
              <a:path w="173354" h="1004569">
                <a:moveTo>
                  <a:pt x="138544" y="831278"/>
                </a:moveTo>
                <a:lnTo>
                  <a:pt x="103911" y="831278"/>
                </a:lnTo>
                <a:lnTo>
                  <a:pt x="69278" y="831278"/>
                </a:lnTo>
                <a:lnTo>
                  <a:pt x="69278" y="935189"/>
                </a:lnTo>
                <a:lnTo>
                  <a:pt x="103911" y="935189"/>
                </a:lnTo>
                <a:lnTo>
                  <a:pt x="138544" y="935189"/>
                </a:lnTo>
                <a:lnTo>
                  <a:pt x="138544" y="831278"/>
                </a:lnTo>
                <a:close/>
              </a:path>
              <a:path w="173354" h="1004569">
                <a:moveTo>
                  <a:pt x="138544" y="762012"/>
                </a:moveTo>
                <a:lnTo>
                  <a:pt x="103911" y="762012"/>
                </a:lnTo>
                <a:lnTo>
                  <a:pt x="69278" y="762012"/>
                </a:lnTo>
                <a:lnTo>
                  <a:pt x="34632" y="762012"/>
                </a:lnTo>
                <a:lnTo>
                  <a:pt x="0" y="762012"/>
                </a:lnTo>
                <a:lnTo>
                  <a:pt x="0" y="1004468"/>
                </a:lnTo>
                <a:lnTo>
                  <a:pt x="34632" y="1004468"/>
                </a:lnTo>
                <a:lnTo>
                  <a:pt x="69278" y="1004468"/>
                </a:lnTo>
                <a:lnTo>
                  <a:pt x="103911" y="1004468"/>
                </a:lnTo>
                <a:lnTo>
                  <a:pt x="138544" y="1004468"/>
                </a:lnTo>
                <a:lnTo>
                  <a:pt x="138544" y="969822"/>
                </a:lnTo>
                <a:lnTo>
                  <a:pt x="103911" y="969822"/>
                </a:lnTo>
                <a:lnTo>
                  <a:pt x="69278" y="969822"/>
                </a:lnTo>
                <a:lnTo>
                  <a:pt x="34632" y="969822"/>
                </a:lnTo>
                <a:lnTo>
                  <a:pt x="34632" y="796645"/>
                </a:lnTo>
                <a:lnTo>
                  <a:pt x="69278" y="796645"/>
                </a:lnTo>
                <a:lnTo>
                  <a:pt x="103911" y="796645"/>
                </a:lnTo>
                <a:lnTo>
                  <a:pt x="138544" y="796645"/>
                </a:lnTo>
                <a:lnTo>
                  <a:pt x="138544" y="762012"/>
                </a:lnTo>
                <a:close/>
              </a:path>
              <a:path w="173354" h="1004569">
                <a:moveTo>
                  <a:pt x="138544" y="658101"/>
                </a:moveTo>
                <a:lnTo>
                  <a:pt x="103911" y="658101"/>
                </a:lnTo>
                <a:lnTo>
                  <a:pt x="69278" y="658101"/>
                </a:lnTo>
                <a:lnTo>
                  <a:pt x="69278" y="692734"/>
                </a:lnTo>
                <a:lnTo>
                  <a:pt x="103911" y="692734"/>
                </a:lnTo>
                <a:lnTo>
                  <a:pt x="103911" y="727367"/>
                </a:lnTo>
                <a:lnTo>
                  <a:pt x="138544" y="727367"/>
                </a:lnTo>
                <a:lnTo>
                  <a:pt x="138544" y="658101"/>
                </a:lnTo>
                <a:close/>
              </a:path>
              <a:path w="173354" h="1004569">
                <a:moveTo>
                  <a:pt x="138544" y="588822"/>
                </a:moveTo>
                <a:lnTo>
                  <a:pt x="103911" y="588822"/>
                </a:lnTo>
                <a:lnTo>
                  <a:pt x="103911" y="623468"/>
                </a:lnTo>
                <a:lnTo>
                  <a:pt x="138544" y="623468"/>
                </a:lnTo>
                <a:lnTo>
                  <a:pt x="138544" y="588822"/>
                </a:lnTo>
                <a:close/>
              </a:path>
              <a:path w="173354" h="1004569">
                <a:moveTo>
                  <a:pt x="138544" y="277088"/>
                </a:moveTo>
                <a:lnTo>
                  <a:pt x="103911" y="277088"/>
                </a:lnTo>
                <a:lnTo>
                  <a:pt x="69278" y="277088"/>
                </a:lnTo>
                <a:lnTo>
                  <a:pt x="69278" y="311734"/>
                </a:lnTo>
                <a:lnTo>
                  <a:pt x="69278" y="346367"/>
                </a:lnTo>
                <a:lnTo>
                  <a:pt x="69278" y="381000"/>
                </a:lnTo>
                <a:lnTo>
                  <a:pt x="34632" y="381000"/>
                </a:lnTo>
                <a:lnTo>
                  <a:pt x="34632" y="346367"/>
                </a:lnTo>
                <a:lnTo>
                  <a:pt x="69278" y="346367"/>
                </a:lnTo>
                <a:lnTo>
                  <a:pt x="69278" y="311734"/>
                </a:lnTo>
                <a:lnTo>
                  <a:pt x="34632" y="311734"/>
                </a:lnTo>
                <a:lnTo>
                  <a:pt x="34632" y="277088"/>
                </a:lnTo>
                <a:lnTo>
                  <a:pt x="0" y="277088"/>
                </a:lnTo>
                <a:lnTo>
                  <a:pt x="0" y="415645"/>
                </a:lnTo>
                <a:lnTo>
                  <a:pt x="34632" y="415645"/>
                </a:lnTo>
                <a:lnTo>
                  <a:pt x="69278" y="415645"/>
                </a:lnTo>
                <a:lnTo>
                  <a:pt x="69278" y="554189"/>
                </a:lnTo>
                <a:lnTo>
                  <a:pt x="34632" y="554189"/>
                </a:lnTo>
                <a:lnTo>
                  <a:pt x="0" y="554189"/>
                </a:lnTo>
                <a:lnTo>
                  <a:pt x="0" y="588822"/>
                </a:lnTo>
                <a:lnTo>
                  <a:pt x="34632" y="588822"/>
                </a:lnTo>
                <a:lnTo>
                  <a:pt x="34632" y="623468"/>
                </a:lnTo>
                <a:lnTo>
                  <a:pt x="69278" y="623468"/>
                </a:lnTo>
                <a:lnTo>
                  <a:pt x="69278" y="588822"/>
                </a:lnTo>
                <a:lnTo>
                  <a:pt x="103911" y="588822"/>
                </a:lnTo>
                <a:lnTo>
                  <a:pt x="103911" y="554189"/>
                </a:lnTo>
                <a:lnTo>
                  <a:pt x="138544" y="554189"/>
                </a:lnTo>
                <a:lnTo>
                  <a:pt x="138544" y="519557"/>
                </a:lnTo>
                <a:lnTo>
                  <a:pt x="103911" y="519557"/>
                </a:lnTo>
                <a:lnTo>
                  <a:pt x="103911" y="484911"/>
                </a:lnTo>
                <a:lnTo>
                  <a:pt x="138544" y="484911"/>
                </a:lnTo>
                <a:lnTo>
                  <a:pt x="138544" y="450278"/>
                </a:lnTo>
                <a:lnTo>
                  <a:pt x="103911" y="450278"/>
                </a:lnTo>
                <a:lnTo>
                  <a:pt x="103911" y="415645"/>
                </a:lnTo>
                <a:lnTo>
                  <a:pt x="138544" y="415645"/>
                </a:lnTo>
                <a:lnTo>
                  <a:pt x="138544" y="381000"/>
                </a:lnTo>
                <a:lnTo>
                  <a:pt x="103911" y="381000"/>
                </a:lnTo>
                <a:lnTo>
                  <a:pt x="103911" y="311734"/>
                </a:lnTo>
                <a:lnTo>
                  <a:pt x="138544" y="311734"/>
                </a:lnTo>
                <a:lnTo>
                  <a:pt x="138544" y="277088"/>
                </a:lnTo>
                <a:close/>
              </a:path>
              <a:path w="173354" h="1004569">
                <a:moveTo>
                  <a:pt x="173177" y="346367"/>
                </a:moveTo>
                <a:lnTo>
                  <a:pt x="138544" y="346367"/>
                </a:lnTo>
                <a:lnTo>
                  <a:pt x="138544" y="381000"/>
                </a:lnTo>
                <a:lnTo>
                  <a:pt x="173177" y="381000"/>
                </a:lnTo>
                <a:lnTo>
                  <a:pt x="173177" y="346367"/>
                </a:lnTo>
                <a:close/>
              </a:path>
              <a:path w="173354" h="1004569">
                <a:moveTo>
                  <a:pt x="173177" y="69278"/>
                </a:moveTo>
                <a:lnTo>
                  <a:pt x="138544" y="69278"/>
                </a:lnTo>
                <a:lnTo>
                  <a:pt x="103911" y="69278"/>
                </a:lnTo>
                <a:lnTo>
                  <a:pt x="69278" y="69278"/>
                </a:lnTo>
                <a:lnTo>
                  <a:pt x="69278" y="138557"/>
                </a:lnTo>
                <a:lnTo>
                  <a:pt x="69278" y="173189"/>
                </a:lnTo>
                <a:lnTo>
                  <a:pt x="103911" y="173189"/>
                </a:lnTo>
                <a:lnTo>
                  <a:pt x="138544" y="173189"/>
                </a:lnTo>
                <a:lnTo>
                  <a:pt x="173177" y="173189"/>
                </a:lnTo>
                <a:lnTo>
                  <a:pt x="173177" y="138557"/>
                </a:lnTo>
                <a:lnTo>
                  <a:pt x="173177" y="69278"/>
                </a:lnTo>
                <a:close/>
              </a:path>
              <a:path w="173354" h="1004569">
                <a:moveTo>
                  <a:pt x="173177" y="0"/>
                </a:moveTo>
                <a:lnTo>
                  <a:pt x="173177" y="0"/>
                </a:lnTo>
                <a:lnTo>
                  <a:pt x="0" y="0"/>
                </a:lnTo>
                <a:lnTo>
                  <a:pt x="0" y="69278"/>
                </a:lnTo>
                <a:lnTo>
                  <a:pt x="0" y="138557"/>
                </a:lnTo>
                <a:lnTo>
                  <a:pt x="0" y="242468"/>
                </a:lnTo>
                <a:lnTo>
                  <a:pt x="34632" y="242468"/>
                </a:lnTo>
                <a:lnTo>
                  <a:pt x="69278" y="242468"/>
                </a:lnTo>
                <a:lnTo>
                  <a:pt x="103911" y="242468"/>
                </a:lnTo>
                <a:lnTo>
                  <a:pt x="138544" y="242468"/>
                </a:lnTo>
                <a:lnTo>
                  <a:pt x="173177" y="242468"/>
                </a:lnTo>
                <a:lnTo>
                  <a:pt x="173177" y="207822"/>
                </a:lnTo>
                <a:lnTo>
                  <a:pt x="138544" y="207822"/>
                </a:lnTo>
                <a:lnTo>
                  <a:pt x="103911" y="207822"/>
                </a:lnTo>
                <a:lnTo>
                  <a:pt x="69278" y="207822"/>
                </a:lnTo>
                <a:lnTo>
                  <a:pt x="34632" y="207822"/>
                </a:lnTo>
                <a:lnTo>
                  <a:pt x="34632" y="138557"/>
                </a:lnTo>
                <a:lnTo>
                  <a:pt x="34632" y="69278"/>
                </a:lnTo>
                <a:lnTo>
                  <a:pt x="34632" y="34645"/>
                </a:lnTo>
                <a:lnTo>
                  <a:pt x="69278" y="34645"/>
                </a:lnTo>
                <a:lnTo>
                  <a:pt x="103911" y="34645"/>
                </a:lnTo>
                <a:lnTo>
                  <a:pt x="138544" y="34645"/>
                </a:lnTo>
                <a:lnTo>
                  <a:pt x="173177" y="34645"/>
                </a:lnTo>
                <a:lnTo>
                  <a:pt x="173177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145652" y="18868009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821"/>
                </a:lnTo>
              </a:path>
            </a:pathLst>
          </a:custGeom>
          <a:ln w="34636">
            <a:solidFill>
              <a:srgbClr val="231F2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162958" y="18452375"/>
            <a:ext cx="69850" cy="1004569"/>
          </a:xfrm>
          <a:custGeom>
            <a:avLst/>
            <a:gdLst/>
            <a:ahLst/>
            <a:cxnLst/>
            <a:rect l="l" t="t" r="r" b="b"/>
            <a:pathLst>
              <a:path w="69850" h="1004569">
                <a:moveTo>
                  <a:pt x="34645" y="969822"/>
                </a:moveTo>
                <a:lnTo>
                  <a:pt x="0" y="969822"/>
                </a:lnTo>
                <a:lnTo>
                  <a:pt x="0" y="1004468"/>
                </a:lnTo>
                <a:lnTo>
                  <a:pt x="34645" y="1004468"/>
                </a:lnTo>
                <a:lnTo>
                  <a:pt x="34645" y="969822"/>
                </a:lnTo>
                <a:close/>
              </a:path>
              <a:path w="69850" h="1004569">
                <a:moveTo>
                  <a:pt x="34645" y="762012"/>
                </a:moveTo>
                <a:lnTo>
                  <a:pt x="0" y="762012"/>
                </a:lnTo>
                <a:lnTo>
                  <a:pt x="0" y="796645"/>
                </a:lnTo>
                <a:lnTo>
                  <a:pt x="34645" y="796645"/>
                </a:lnTo>
                <a:lnTo>
                  <a:pt x="34645" y="762012"/>
                </a:lnTo>
                <a:close/>
              </a:path>
              <a:path w="69850" h="1004569">
                <a:moveTo>
                  <a:pt x="34645" y="658101"/>
                </a:moveTo>
                <a:lnTo>
                  <a:pt x="0" y="658101"/>
                </a:lnTo>
                <a:lnTo>
                  <a:pt x="0" y="727367"/>
                </a:lnTo>
                <a:lnTo>
                  <a:pt x="34645" y="727367"/>
                </a:lnTo>
                <a:lnTo>
                  <a:pt x="34645" y="658101"/>
                </a:lnTo>
                <a:close/>
              </a:path>
              <a:path w="69850" h="1004569">
                <a:moveTo>
                  <a:pt x="34645" y="484911"/>
                </a:moveTo>
                <a:lnTo>
                  <a:pt x="0" y="484911"/>
                </a:lnTo>
                <a:lnTo>
                  <a:pt x="0" y="554189"/>
                </a:lnTo>
                <a:lnTo>
                  <a:pt x="34645" y="554189"/>
                </a:lnTo>
                <a:lnTo>
                  <a:pt x="34645" y="484911"/>
                </a:lnTo>
                <a:close/>
              </a:path>
              <a:path w="69850" h="1004569">
                <a:moveTo>
                  <a:pt x="34645" y="277088"/>
                </a:moveTo>
                <a:lnTo>
                  <a:pt x="0" y="277088"/>
                </a:lnTo>
                <a:lnTo>
                  <a:pt x="0" y="346367"/>
                </a:lnTo>
                <a:lnTo>
                  <a:pt x="34645" y="346367"/>
                </a:lnTo>
                <a:lnTo>
                  <a:pt x="34645" y="277088"/>
                </a:lnTo>
                <a:close/>
              </a:path>
              <a:path w="69850" h="1004569">
                <a:moveTo>
                  <a:pt x="34645" y="207822"/>
                </a:moveTo>
                <a:lnTo>
                  <a:pt x="0" y="207822"/>
                </a:lnTo>
                <a:lnTo>
                  <a:pt x="0" y="242468"/>
                </a:lnTo>
                <a:lnTo>
                  <a:pt x="34645" y="242468"/>
                </a:lnTo>
                <a:lnTo>
                  <a:pt x="34645" y="207822"/>
                </a:lnTo>
                <a:close/>
              </a:path>
              <a:path w="69850" h="1004569">
                <a:moveTo>
                  <a:pt x="69278" y="0"/>
                </a:moveTo>
                <a:lnTo>
                  <a:pt x="34645" y="0"/>
                </a:lnTo>
                <a:lnTo>
                  <a:pt x="0" y="0"/>
                </a:lnTo>
                <a:lnTo>
                  <a:pt x="0" y="34645"/>
                </a:lnTo>
                <a:lnTo>
                  <a:pt x="34645" y="34645"/>
                </a:lnTo>
                <a:lnTo>
                  <a:pt x="34645" y="69278"/>
                </a:lnTo>
                <a:lnTo>
                  <a:pt x="34645" y="138557"/>
                </a:lnTo>
                <a:lnTo>
                  <a:pt x="69278" y="138557"/>
                </a:lnTo>
                <a:lnTo>
                  <a:pt x="69278" y="69278"/>
                </a:lnTo>
                <a:lnTo>
                  <a:pt x="69278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214926" y="18590920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821"/>
                </a:lnTo>
              </a:path>
            </a:pathLst>
          </a:custGeom>
          <a:ln w="34636">
            <a:solidFill>
              <a:srgbClr val="231F2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197604" y="18452375"/>
            <a:ext cx="381000" cy="1004569"/>
          </a:xfrm>
          <a:custGeom>
            <a:avLst/>
            <a:gdLst/>
            <a:ahLst/>
            <a:cxnLst/>
            <a:rect l="l" t="t" r="r" b="b"/>
            <a:pathLst>
              <a:path w="381000" h="1004569">
                <a:moveTo>
                  <a:pt x="34632" y="762012"/>
                </a:moveTo>
                <a:lnTo>
                  <a:pt x="0" y="762012"/>
                </a:lnTo>
                <a:lnTo>
                  <a:pt x="0" y="1004468"/>
                </a:lnTo>
                <a:lnTo>
                  <a:pt x="34632" y="1004468"/>
                </a:lnTo>
                <a:lnTo>
                  <a:pt x="34632" y="762012"/>
                </a:lnTo>
                <a:close/>
              </a:path>
              <a:path w="381000" h="1004569">
                <a:moveTo>
                  <a:pt x="103911" y="969822"/>
                </a:moveTo>
                <a:lnTo>
                  <a:pt x="69265" y="969822"/>
                </a:lnTo>
                <a:lnTo>
                  <a:pt x="69265" y="1004468"/>
                </a:lnTo>
                <a:lnTo>
                  <a:pt x="103911" y="1004468"/>
                </a:lnTo>
                <a:lnTo>
                  <a:pt x="103911" y="969822"/>
                </a:lnTo>
                <a:close/>
              </a:path>
              <a:path w="381000" h="1004569">
                <a:moveTo>
                  <a:pt x="103911" y="381000"/>
                </a:moveTo>
                <a:lnTo>
                  <a:pt x="69265" y="381000"/>
                </a:lnTo>
                <a:lnTo>
                  <a:pt x="69265" y="415645"/>
                </a:lnTo>
                <a:lnTo>
                  <a:pt x="103911" y="415645"/>
                </a:lnTo>
                <a:lnTo>
                  <a:pt x="103911" y="381000"/>
                </a:lnTo>
                <a:close/>
              </a:path>
              <a:path w="381000" h="1004569">
                <a:moveTo>
                  <a:pt x="103911" y="0"/>
                </a:moveTo>
                <a:lnTo>
                  <a:pt x="69265" y="0"/>
                </a:lnTo>
                <a:lnTo>
                  <a:pt x="69265" y="69278"/>
                </a:lnTo>
                <a:lnTo>
                  <a:pt x="103911" y="69278"/>
                </a:lnTo>
                <a:lnTo>
                  <a:pt x="103911" y="0"/>
                </a:lnTo>
                <a:close/>
              </a:path>
              <a:path w="381000" h="1004569">
                <a:moveTo>
                  <a:pt x="138544" y="831278"/>
                </a:moveTo>
                <a:lnTo>
                  <a:pt x="103911" y="831278"/>
                </a:lnTo>
                <a:lnTo>
                  <a:pt x="103911" y="865911"/>
                </a:lnTo>
                <a:lnTo>
                  <a:pt x="69265" y="865911"/>
                </a:lnTo>
                <a:lnTo>
                  <a:pt x="69265" y="935189"/>
                </a:lnTo>
                <a:lnTo>
                  <a:pt x="103911" y="935189"/>
                </a:lnTo>
                <a:lnTo>
                  <a:pt x="138544" y="935189"/>
                </a:lnTo>
                <a:lnTo>
                  <a:pt x="138544" y="831278"/>
                </a:lnTo>
                <a:close/>
              </a:path>
              <a:path w="381000" h="1004569">
                <a:moveTo>
                  <a:pt x="138544" y="519557"/>
                </a:moveTo>
                <a:lnTo>
                  <a:pt x="103911" y="519557"/>
                </a:lnTo>
                <a:lnTo>
                  <a:pt x="69265" y="519557"/>
                </a:lnTo>
                <a:lnTo>
                  <a:pt x="69265" y="484911"/>
                </a:lnTo>
                <a:lnTo>
                  <a:pt x="34632" y="484911"/>
                </a:lnTo>
                <a:lnTo>
                  <a:pt x="34632" y="623468"/>
                </a:lnTo>
                <a:lnTo>
                  <a:pt x="69265" y="623468"/>
                </a:lnTo>
                <a:lnTo>
                  <a:pt x="69265" y="554189"/>
                </a:lnTo>
                <a:lnTo>
                  <a:pt x="103911" y="554189"/>
                </a:lnTo>
                <a:lnTo>
                  <a:pt x="138544" y="554189"/>
                </a:lnTo>
                <a:lnTo>
                  <a:pt x="138544" y="519557"/>
                </a:lnTo>
                <a:close/>
              </a:path>
              <a:path w="381000" h="1004569">
                <a:moveTo>
                  <a:pt x="138544" y="415645"/>
                </a:moveTo>
                <a:lnTo>
                  <a:pt x="103911" y="415645"/>
                </a:lnTo>
                <a:lnTo>
                  <a:pt x="103911" y="450278"/>
                </a:lnTo>
                <a:lnTo>
                  <a:pt x="138544" y="450278"/>
                </a:lnTo>
                <a:lnTo>
                  <a:pt x="138544" y="415645"/>
                </a:lnTo>
                <a:close/>
              </a:path>
              <a:path w="381000" h="1004569">
                <a:moveTo>
                  <a:pt x="138544" y="69278"/>
                </a:moveTo>
                <a:lnTo>
                  <a:pt x="103911" y="69278"/>
                </a:lnTo>
                <a:lnTo>
                  <a:pt x="103911" y="103911"/>
                </a:lnTo>
                <a:lnTo>
                  <a:pt x="69265" y="103911"/>
                </a:lnTo>
                <a:lnTo>
                  <a:pt x="69265" y="138557"/>
                </a:lnTo>
                <a:lnTo>
                  <a:pt x="103911" y="138557"/>
                </a:lnTo>
                <a:lnTo>
                  <a:pt x="138544" y="138557"/>
                </a:lnTo>
                <a:lnTo>
                  <a:pt x="138544" y="69278"/>
                </a:lnTo>
                <a:close/>
              </a:path>
              <a:path w="381000" h="1004569">
                <a:moveTo>
                  <a:pt x="207822" y="969822"/>
                </a:moveTo>
                <a:lnTo>
                  <a:pt x="173177" y="969822"/>
                </a:lnTo>
                <a:lnTo>
                  <a:pt x="138544" y="969822"/>
                </a:lnTo>
                <a:lnTo>
                  <a:pt x="138544" y="1004468"/>
                </a:lnTo>
                <a:lnTo>
                  <a:pt x="173177" y="1004468"/>
                </a:lnTo>
                <a:lnTo>
                  <a:pt x="207822" y="1004468"/>
                </a:lnTo>
                <a:lnTo>
                  <a:pt x="207822" y="969822"/>
                </a:lnTo>
                <a:close/>
              </a:path>
              <a:path w="381000" h="1004569">
                <a:moveTo>
                  <a:pt x="207822" y="381000"/>
                </a:moveTo>
                <a:lnTo>
                  <a:pt x="173177" y="381000"/>
                </a:lnTo>
                <a:lnTo>
                  <a:pt x="173177" y="415645"/>
                </a:lnTo>
                <a:lnTo>
                  <a:pt x="207822" y="415645"/>
                </a:lnTo>
                <a:lnTo>
                  <a:pt x="207822" y="381000"/>
                </a:lnTo>
                <a:close/>
              </a:path>
              <a:path w="381000" h="1004569">
                <a:moveTo>
                  <a:pt x="242455" y="554189"/>
                </a:moveTo>
                <a:lnTo>
                  <a:pt x="207822" y="554189"/>
                </a:lnTo>
                <a:lnTo>
                  <a:pt x="173177" y="554189"/>
                </a:lnTo>
                <a:lnTo>
                  <a:pt x="173177" y="588822"/>
                </a:lnTo>
                <a:lnTo>
                  <a:pt x="138544" y="588822"/>
                </a:lnTo>
                <a:lnTo>
                  <a:pt x="138544" y="623468"/>
                </a:lnTo>
                <a:lnTo>
                  <a:pt x="173177" y="623468"/>
                </a:lnTo>
                <a:lnTo>
                  <a:pt x="173177" y="692734"/>
                </a:lnTo>
                <a:lnTo>
                  <a:pt x="207822" y="692734"/>
                </a:lnTo>
                <a:lnTo>
                  <a:pt x="207822" y="588822"/>
                </a:lnTo>
                <a:lnTo>
                  <a:pt x="242455" y="588822"/>
                </a:lnTo>
                <a:lnTo>
                  <a:pt x="242455" y="554189"/>
                </a:lnTo>
                <a:close/>
              </a:path>
              <a:path w="381000" h="1004569">
                <a:moveTo>
                  <a:pt x="242455" y="484911"/>
                </a:moveTo>
                <a:lnTo>
                  <a:pt x="207822" y="484911"/>
                </a:lnTo>
                <a:lnTo>
                  <a:pt x="207822" y="450278"/>
                </a:lnTo>
                <a:lnTo>
                  <a:pt x="173177" y="450278"/>
                </a:lnTo>
                <a:lnTo>
                  <a:pt x="173177" y="519557"/>
                </a:lnTo>
                <a:lnTo>
                  <a:pt x="207822" y="519557"/>
                </a:lnTo>
                <a:lnTo>
                  <a:pt x="242455" y="519557"/>
                </a:lnTo>
                <a:lnTo>
                  <a:pt x="242455" y="484911"/>
                </a:lnTo>
                <a:close/>
              </a:path>
              <a:path w="381000" h="1004569">
                <a:moveTo>
                  <a:pt x="242455" y="207822"/>
                </a:moveTo>
                <a:lnTo>
                  <a:pt x="207822" y="207822"/>
                </a:lnTo>
                <a:lnTo>
                  <a:pt x="207822" y="242455"/>
                </a:lnTo>
                <a:lnTo>
                  <a:pt x="173177" y="242455"/>
                </a:lnTo>
                <a:lnTo>
                  <a:pt x="173177" y="277088"/>
                </a:lnTo>
                <a:lnTo>
                  <a:pt x="138544" y="277088"/>
                </a:lnTo>
                <a:lnTo>
                  <a:pt x="138544" y="242468"/>
                </a:lnTo>
                <a:lnTo>
                  <a:pt x="173177" y="242468"/>
                </a:lnTo>
                <a:lnTo>
                  <a:pt x="173177" y="207822"/>
                </a:lnTo>
                <a:lnTo>
                  <a:pt x="207822" y="207822"/>
                </a:lnTo>
                <a:lnTo>
                  <a:pt x="207822" y="173189"/>
                </a:lnTo>
                <a:lnTo>
                  <a:pt x="173177" y="173189"/>
                </a:lnTo>
                <a:lnTo>
                  <a:pt x="173177" y="138557"/>
                </a:lnTo>
                <a:lnTo>
                  <a:pt x="138544" y="138557"/>
                </a:lnTo>
                <a:lnTo>
                  <a:pt x="138544" y="242455"/>
                </a:lnTo>
                <a:lnTo>
                  <a:pt x="103911" y="242455"/>
                </a:lnTo>
                <a:lnTo>
                  <a:pt x="103911" y="207822"/>
                </a:lnTo>
                <a:lnTo>
                  <a:pt x="69265" y="207822"/>
                </a:lnTo>
                <a:lnTo>
                  <a:pt x="69265" y="277088"/>
                </a:lnTo>
                <a:lnTo>
                  <a:pt x="34632" y="277088"/>
                </a:lnTo>
                <a:lnTo>
                  <a:pt x="34632" y="346367"/>
                </a:lnTo>
                <a:lnTo>
                  <a:pt x="69265" y="346367"/>
                </a:lnTo>
                <a:lnTo>
                  <a:pt x="103911" y="346367"/>
                </a:lnTo>
                <a:lnTo>
                  <a:pt x="103911" y="311734"/>
                </a:lnTo>
                <a:lnTo>
                  <a:pt x="69265" y="311734"/>
                </a:lnTo>
                <a:lnTo>
                  <a:pt x="69265" y="277101"/>
                </a:lnTo>
                <a:lnTo>
                  <a:pt x="103911" y="277101"/>
                </a:lnTo>
                <a:lnTo>
                  <a:pt x="103911" y="311734"/>
                </a:lnTo>
                <a:lnTo>
                  <a:pt x="138544" y="311734"/>
                </a:lnTo>
                <a:lnTo>
                  <a:pt x="138544" y="346367"/>
                </a:lnTo>
                <a:lnTo>
                  <a:pt x="173177" y="346367"/>
                </a:lnTo>
                <a:lnTo>
                  <a:pt x="173177" y="311734"/>
                </a:lnTo>
                <a:lnTo>
                  <a:pt x="207822" y="311734"/>
                </a:lnTo>
                <a:lnTo>
                  <a:pt x="207822" y="277101"/>
                </a:lnTo>
                <a:lnTo>
                  <a:pt x="242455" y="277101"/>
                </a:lnTo>
                <a:lnTo>
                  <a:pt x="242455" y="207822"/>
                </a:lnTo>
                <a:close/>
              </a:path>
              <a:path w="381000" h="1004569">
                <a:moveTo>
                  <a:pt x="242455" y="34645"/>
                </a:moveTo>
                <a:lnTo>
                  <a:pt x="207822" y="34645"/>
                </a:lnTo>
                <a:lnTo>
                  <a:pt x="207822" y="0"/>
                </a:lnTo>
                <a:lnTo>
                  <a:pt x="173177" y="0"/>
                </a:lnTo>
                <a:lnTo>
                  <a:pt x="173177" y="34645"/>
                </a:lnTo>
                <a:lnTo>
                  <a:pt x="138544" y="34645"/>
                </a:lnTo>
                <a:lnTo>
                  <a:pt x="138544" y="69278"/>
                </a:lnTo>
                <a:lnTo>
                  <a:pt x="173177" y="69278"/>
                </a:lnTo>
                <a:lnTo>
                  <a:pt x="173177" y="103911"/>
                </a:lnTo>
                <a:lnTo>
                  <a:pt x="207822" y="103911"/>
                </a:lnTo>
                <a:lnTo>
                  <a:pt x="207822" y="69278"/>
                </a:lnTo>
                <a:lnTo>
                  <a:pt x="242455" y="69278"/>
                </a:lnTo>
                <a:lnTo>
                  <a:pt x="242455" y="34645"/>
                </a:lnTo>
                <a:close/>
              </a:path>
              <a:path w="381000" h="1004569">
                <a:moveTo>
                  <a:pt x="277088" y="588822"/>
                </a:moveTo>
                <a:lnTo>
                  <a:pt x="242455" y="588822"/>
                </a:lnTo>
                <a:lnTo>
                  <a:pt x="242455" y="623468"/>
                </a:lnTo>
                <a:lnTo>
                  <a:pt x="277088" y="623468"/>
                </a:lnTo>
                <a:lnTo>
                  <a:pt x="277088" y="588822"/>
                </a:lnTo>
                <a:close/>
              </a:path>
              <a:path w="381000" h="1004569">
                <a:moveTo>
                  <a:pt x="277088" y="519557"/>
                </a:moveTo>
                <a:lnTo>
                  <a:pt x="242455" y="519557"/>
                </a:lnTo>
                <a:lnTo>
                  <a:pt x="242455" y="554189"/>
                </a:lnTo>
                <a:lnTo>
                  <a:pt x="277088" y="554189"/>
                </a:lnTo>
                <a:lnTo>
                  <a:pt x="277088" y="519557"/>
                </a:lnTo>
                <a:close/>
              </a:path>
              <a:path w="381000" h="1004569">
                <a:moveTo>
                  <a:pt x="277088" y="0"/>
                </a:moveTo>
                <a:lnTo>
                  <a:pt x="242455" y="0"/>
                </a:lnTo>
                <a:lnTo>
                  <a:pt x="242455" y="34645"/>
                </a:lnTo>
                <a:lnTo>
                  <a:pt x="277088" y="34645"/>
                </a:lnTo>
                <a:lnTo>
                  <a:pt x="277088" y="0"/>
                </a:lnTo>
                <a:close/>
              </a:path>
              <a:path w="381000" h="1004569">
                <a:moveTo>
                  <a:pt x="311734" y="727367"/>
                </a:moveTo>
                <a:lnTo>
                  <a:pt x="277088" y="727367"/>
                </a:lnTo>
                <a:lnTo>
                  <a:pt x="277088" y="692734"/>
                </a:lnTo>
                <a:lnTo>
                  <a:pt x="242455" y="692734"/>
                </a:lnTo>
                <a:lnTo>
                  <a:pt x="207822" y="692734"/>
                </a:lnTo>
                <a:lnTo>
                  <a:pt x="207822" y="762012"/>
                </a:lnTo>
                <a:lnTo>
                  <a:pt x="173177" y="762012"/>
                </a:lnTo>
                <a:lnTo>
                  <a:pt x="173177" y="727367"/>
                </a:lnTo>
                <a:lnTo>
                  <a:pt x="138544" y="727367"/>
                </a:lnTo>
                <a:lnTo>
                  <a:pt x="138544" y="762012"/>
                </a:lnTo>
                <a:lnTo>
                  <a:pt x="103911" y="762012"/>
                </a:lnTo>
                <a:lnTo>
                  <a:pt x="103911" y="727367"/>
                </a:lnTo>
                <a:lnTo>
                  <a:pt x="138544" y="727367"/>
                </a:lnTo>
                <a:lnTo>
                  <a:pt x="138544" y="658101"/>
                </a:lnTo>
                <a:lnTo>
                  <a:pt x="103911" y="658101"/>
                </a:lnTo>
                <a:lnTo>
                  <a:pt x="103911" y="623468"/>
                </a:lnTo>
                <a:lnTo>
                  <a:pt x="69265" y="623468"/>
                </a:lnTo>
                <a:lnTo>
                  <a:pt x="69265" y="658101"/>
                </a:lnTo>
                <a:lnTo>
                  <a:pt x="34632" y="658101"/>
                </a:lnTo>
                <a:lnTo>
                  <a:pt x="34632" y="727367"/>
                </a:lnTo>
                <a:lnTo>
                  <a:pt x="69265" y="727367"/>
                </a:lnTo>
                <a:lnTo>
                  <a:pt x="69265" y="831278"/>
                </a:lnTo>
                <a:lnTo>
                  <a:pt x="103911" y="831278"/>
                </a:lnTo>
                <a:lnTo>
                  <a:pt x="103911" y="796645"/>
                </a:lnTo>
                <a:lnTo>
                  <a:pt x="138544" y="796645"/>
                </a:lnTo>
                <a:lnTo>
                  <a:pt x="138544" y="831278"/>
                </a:lnTo>
                <a:lnTo>
                  <a:pt x="173177" y="831278"/>
                </a:lnTo>
                <a:lnTo>
                  <a:pt x="173177" y="796645"/>
                </a:lnTo>
                <a:lnTo>
                  <a:pt x="207822" y="796645"/>
                </a:lnTo>
                <a:lnTo>
                  <a:pt x="242455" y="796645"/>
                </a:lnTo>
                <a:lnTo>
                  <a:pt x="277088" y="796645"/>
                </a:lnTo>
                <a:lnTo>
                  <a:pt x="277088" y="762012"/>
                </a:lnTo>
                <a:lnTo>
                  <a:pt x="311734" y="762012"/>
                </a:lnTo>
                <a:lnTo>
                  <a:pt x="311734" y="727367"/>
                </a:lnTo>
                <a:close/>
              </a:path>
              <a:path w="381000" h="1004569">
                <a:moveTo>
                  <a:pt x="311734" y="381000"/>
                </a:moveTo>
                <a:lnTo>
                  <a:pt x="277088" y="381000"/>
                </a:lnTo>
                <a:lnTo>
                  <a:pt x="277088" y="311734"/>
                </a:lnTo>
                <a:lnTo>
                  <a:pt x="242455" y="311734"/>
                </a:lnTo>
                <a:lnTo>
                  <a:pt x="207822" y="311734"/>
                </a:lnTo>
                <a:lnTo>
                  <a:pt x="207822" y="346367"/>
                </a:lnTo>
                <a:lnTo>
                  <a:pt x="242455" y="346367"/>
                </a:lnTo>
                <a:lnTo>
                  <a:pt x="242455" y="415645"/>
                </a:lnTo>
                <a:lnTo>
                  <a:pt x="277088" y="415645"/>
                </a:lnTo>
                <a:lnTo>
                  <a:pt x="311734" y="415645"/>
                </a:lnTo>
                <a:lnTo>
                  <a:pt x="311734" y="381000"/>
                </a:lnTo>
                <a:close/>
              </a:path>
              <a:path w="381000" h="1004569">
                <a:moveTo>
                  <a:pt x="346367" y="969822"/>
                </a:moveTo>
                <a:lnTo>
                  <a:pt x="311734" y="969822"/>
                </a:lnTo>
                <a:lnTo>
                  <a:pt x="311734" y="935189"/>
                </a:lnTo>
                <a:lnTo>
                  <a:pt x="277088" y="935189"/>
                </a:lnTo>
                <a:lnTo>
                  <a:pt x="277088" y="900557"/>
                </a:lnTo>
                <a:lnTo>
                  <a:pt x="242455" y="900557"/>
                </a:lnTo>
                <a:lnTo>
                  <a:pt x="242455" y="831278"/>
                </a:lnTo>
                <a:lnTo>
                  <a:pt x="207822" y="831278"/>
                </a:lnTo>
                <a:lnTo>
                  <a:pt x="207822" y="865911"/>
                </a:lnTo>
                <a:lnTo>
                  <a:pt x="173177" y="865911"/>
                </a:lnTo>
                <a:lnTo>
                  <a:pt x="173177" y="935189"/>
                </a:lnTo>
                <a:lnTo>
                  <a:pt x="207822" y="935189"/>
                </a:lnTo>
                <a:lnTo>
                  <a:pt x="207822" y="969822"/>
                </a:lnTo>
                <a:lnTo>
                  <a:pt x="242455" y="969822"/>
                </a:lnTo>
                <a:lnTo>
                  <a:pt x="242455" y="1004468"/>
                </a:lnTo>
                <a:lnTo>
                  <a:pt x="277088" y="1004468"/>
                </a:lnTo>
                <a:lnTo>
                  <a:pt x="311721" y="1004468"/>
                </a:lnTo>
                <a:lnTo>
                  <a:pt x="346367" y="1004468"/>
                </a:lnTo>
                <a:lnTo>
                  <a:pt x="346367" y="969822"/>
                </a:lnTo>
                <a:close/>
              </a:path>
              <a:path w="381000" h="1004569">
                <a:moveTo>
                  <a:pt x="346367" y="865911"/>
                </a:moveTo>
                <a:lnTo>
                  <a:pt x="311734" y="865911"/>
                </a:lnTo>
                <a:lnTo>
                  <a:pt x="311734" y="831278"/>
                </a:lnTo>
                <a:lnTo>
                  <a:pt x="277088" y="831278"/>
                </a:lnTo>
                <a:lnTo>
                  <a:pt x="277088" y="900557"/>
                </a:lnTo>
                <a:lnTo>
                  <a:pt x="311721" y="900557"/>
                </a:lnTo>
                <a:lnTo>
                  <a:pt x="346367" y="900557"/>
                </a:lnTo>
                <a:lnTo>
                  <a:pt x="346367" y="865911"/>
                </a:lnTo>
                <a:close/>
              </a:path>
              <a:path w="381000" h="1004569">
                <a:moveTo>
                  <a:pt x="346367" y="588822"/>
                </a:moveTo>
                <a:lnTo>
                  <a:pt x="311721" y="588822"/>
                </a:lnTo>
                <a:lnTo>
                  <a:pt x="311721" y="658101"/>
                </a:lnTo>
                <a:lnTo>
                  <a:pt x="346367" y="658101"/>
                </a:lnTo>
                <a:lnTo>
                  <a:pt x="346367" y="588822"/>
                </a:lnTo>
                <a:close/>
              </a:path>
              <a:path w="381000" h="1004569">
                <a:moveTo>
                  <a:pt x="346367" y="450278"/>
                </a:moveTo>
                <a:lnTo>
                  <a:pt x="311734" y="450278"/>
                </a:lnTo>
                <a:lnTo>
                  <a:pt x="277088" y="450278"/>
                </a:lnTo>
                <a:lnTo>
                  <a:pt x="242455" y="450278"/>
                </a:lnTo>
                <a:lnTo>
                  <a:pt x="242455" y="484911"/>
                </a:lnTo>
                <a:lnTo>
                  <a:pt x="277088" y="484911"/>
                </a:lnTo>
                <a:lnTo>
                  <a:pt x="277088" y="519557"/>
                </a:lnTo>
                <a:lnTo>
                  <a:pt x="311734" y="519557"/>
                </a:lnTo>
                <a:lnTo>
                  <a:pt x="311734" y="484911"/>
                </a:lnTo>
                <a:lnTo>
                  <a:pt x="346367" y="484911"/>
                </a:lnTo>
                <a:lnTo>
                  <a:pt x="346367" y="450278"/>
                </a:lnTo>
                <a:close/>
              </a:path>
              <a:path w="381000" h="1004569">
                <a:moveTo>
                  <a:pt x="381000" y="554189"/>
                </a:moveTo>
                <a:lnTo>
                  <a:pt x="346367" y="554189"/>
                </a:lnTo>
                <a:lnTo>
                  <a:pt x="346367" y="588822"/>
                </a:lnTo>
                <a:lnTo>
                  <a:pt x="381000" y="588822"/>
                </a:lnTo>
                <a:lnTo>
                  <a:pt x="381000" y="554189"/>
                </a:lnTo>
                <a:close/>
              </a:path>
              <a:path w="381000" h="1004569">
                <a:moveTo>
                  <a:pt x="381000" y="207822"/>
                </a:moveTo>
                <a:lnTo>
                  <a:pt x="346367" y="207822"/>
                </a:lnTo>
                <a:lnTo>
                  <a:pt x="346367" y="242455"/>
                </a:lnTo>
                <a:lnTo>
                  <a:pt x="311734" y="242455"/>
                </a:lnTo>
                <a:lnTo>
                  <a:pt x="311734" y="207822"/>
                </a:lnTo>
                <a:lnTo>
                  <a:pt x="277088" y="207822"/>
                </a:lnTo>
                <a:lnTo>
                  <a:pt x="277088" y="277101"/>
                </a:lnTo>
                <a:lnTo>
                  <a:pt x="311721" y="277101"/>
                </a:lnTo>
                <a:lnTo>
                  <a:pt x="311721" y="311734"/>
                </a:lnTo>
                <a:lnTo>
                  <a:pt x="346367" y="311734"/>
                </a:lnTo>
                <a:lnTo>
                  <a:pt x="346367" y="381000"/>
                </a:lnTo>
                <a:lnTo>
                  <a:pt x="381000" y="381000"/>
                </a:lnTo>
                <a:lnTo>
                  <a:pt x="381000" y="277088"/>
                </a:lnTo>
                <a:lnTo>
                  <a:pt x="346367" y="277088"/>
                </a:lnTo>
                <a:lnTo>
                  <a:pt x="346367" y="242468"/>
                </a:lnTo>
                <a:lnTo>
                  <a:pt x="381000" y="242468"/>
                </a:lnTo>
                <a:lnTo>
                  <a:pt x="381000" y="207822"/>
                </a:lnTo>
                <a:close/>
              </a:path>
              <a:path w="381000" h="1004569">
                <a:moveTo>
                  <a:pt x="381000" y="138557"/>
                </a:moveTo>
                <a:lnTo>
                  <a:pt x="346367" y="138557"/>
                </a:lnTo>
                <a:lnTo>
                  <a:pt x="311734" y="138557"/>
                </a:lnTo>
                <a:lnTo>
                  <a:pt x="311734" y="103911"/>
                </a:lnTo>
                <a:lnTo>
                  <a:pt x="346367" y="103911"/>
                </a:lnTo>
                <a:lnTo>
                  <a:pt x="346367" y="69278"/>
                </a:lnTo>
                <a:lnTo>
                  <a:pt x="311721" y="69278"/>
                </a:lnTo>
                <a:lnTo>
                  <a:pt x="311721" y="103911"/>
                </a:lnTo>
                <a:lnTo>
                  <a:pt x="277088" y="103911"/>
                </a:lnTo>
                <a:lnTo>
                  <a:pt x="277088" y="69278"/>
                </a:lnTo>
                <a:lnTo>
                  <a:pt x="242455" y="69278"/>
                </a:lnTo>
                <a:lnTo>
                  <a:pt x="242455" y="138557"/>
                </a:lnTo>
                <a:lnTo>
                  <a:pt x="277088" y="138557"/>
                </a:lnTo>
                <a:lnTo>
                  <a:pt x="277088" y="173189"/>
                </a:lnTo>
                <a:lnTo>
                  <a:pt x="311721" y="173189"/>
                </a:lnTo>
                <a:lnTo>
                  <a:pt x="346367" y="173189"/>
                </a:lnTo>
                <a:lnTo>
                  <a:pt x="381000" y="173189"/>
                </a:lnTo>
                <a:lnTo>
                  <a:pt x="381000" y="138557"/>
                </a:lnTo>
                <a:close/>
              </a:path>
              <a:path w="381000" h="1004569">
                <a:moveTo>
                  <a:pt x="381000" y="0"/>
                </a:moveTo>
                <a:lnTo>
                  <a:pt x="346367" y="0"/>
                </a:lnTo>
                <a:lnTo>
                  <a:pt x="346367" y="69278"/>
                </a:lnTo>
                <a:lnTo>
                  <a:pt x="381000" y="69278"/>
                </a:lnTo>
                <a:lnTo>
                  <a:pt x="38100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543971" y="18452375"/>
            <a:ext cx="346710" cy="1004569"/>
          </a:xfrm>
          <a:custGeom>
            <a:avLst/>
            <a:gdLst/>
            <a:ahLst/>
            <a:cxnLst/>
            <a:rect l="l" t="t" r="r" b="b"/>
            <a:pathLst>
              <a:path w="346710" h="1004569">
                <a:moveTo>
                  <a:pt x="34632" y="935189"/>
                </a:moveTo>
                <a:lnTo>
                  <a:pt x="0" y="935189"/>
                </a:lnTo>
                <a:lnTo>
                  <a:pt x="0" y="969822"/>
                </a:lnTo>
                <a:lnTo>
                  <a:pt x="34632" y="969822"/>
                </a:lnTo>
                <a:lnTo>
                  <a:pt x="34632" y="935189"/>
                </a:lnTo>
                <a:close/>
              </a:path>
              <a:path w="346710" h="1004569">
                <a:moveTo>
                  <a:pt x="34632" y="865911"/>
                </a:moveTo>
                <a:lnTo>
                  <a:pt x="0" y="865911"/>
                </a:lnTo>
                <a:lnTo>
                  <a:pt x="0" y="900557"/>
                </a:lnTo>
                <a:lnTo>
                  <a:pt x="34632" y="900557"/>
                </a:lnTo>
                <a:lnTo>
                  <a:pt x="34632" y="865911"/>
                </a:lnTo>
                <a:close/>
              </a:path>
              <a:path w="346710" h="1004569">
                <a:moveTo>
                  <a:pt x="34632" y="554189"/>
                </a:moveTo>
                <a:lnTo>
                  <a:pt x="0" y="554189"/>
                </a:lnTo>
                <a:lnTo>
                  <a:pt x="0" y="588822"/>
                </a:lnTo>
                <a:lnTo>
                  <a:pt x="34632" y="588822"/>
                </a:lnTo>
                <a:lnTo>
                  <a:pt x="34632" y="554189"/>
                </a:lnTo>
                <a:close/>
              </a:path>
              <a:path w="346710" h="1004569">
                <a:moveTo>
                  <a:pt x="69265" y="831278"/>
                </a:moveTo>
                <a:lnTo>
                  <a:pt x="34632" y="831278"/>
                </a:lnTo>
                <a:lnTo>
                  <a:pt x="34632" y="865911"/>
                </a:lnTo>
                <a:lnTo>
                  <a:pt x="69265" y="865911"/>
                </a:lnTo>
                <a:lnTo>
                  <a:pt x="69265" y="831278"/>
                </a:lnTo>
                <a:close/>
              </a:path>
              <a:path w="346710" h="1004569">
                <a:moveTo>
                  <a:pt x="69265" y="415645"/>
                </a:moveTo>
                <a:lnTo>
                  <a:pt x="34632" y="415645"/>
                </a:lnTo>
                <a:lnTo>
                  <a:pt x="34632" y="450278"/>
                </a:lnTo>
                <a:lnTo>
                  <a:pt x="69265" y="450278"/>
                </a:lnTo>
                <a:lnTo>
                  <a:pt x="69265" y="415645"/>
                </a:lnTo>
                <a:close/>
              </a:path>
              <a:path w="346710" h="1004569">
                <a:moveTo>
                  <a:pt x="69265" y="346367"/>
                </a:moveTo>
                <a:lnTo>
                  <a:pt x="34632" y="346367"/>
                </a:lnTo>
                <a:lnTo>
                  <a:pt x="34632" y="381000"/>
                </a:lnTo>
                <a:lnTo>
                  <a:pt x="69265" y="381000"/>
                </a:lnTo>
                <a:lnTo>
                  <a:pt x="69265" y="346367"/>
                </a:lnTo>
                <a:close/>
              </a:path>
              <a:path w="346710" h="1004569">
                <a:moveTo>
                  <a:pt x="69265" y="103911"/>
                </a:moveTo>
                <a:lnTo>
                  <a:pt x="34632" y="103911"/>
                </a:lnTo>
                <a:lnTo>
                  <a:pt x="34632" y="138557"/>
                </a:lnTo>
                <a:lnTo>
                  <a:pt x="34632" y="173189"/>
                </a:lnTo>
                <a:lnTo>
                  <a:pt x="69265" y="173189"/>
                </a:lnTo>
                <a:lnTo>
                  <a:pt x="69265" y="138557"/>
                </a:lnTo>
                <a:lnTo>
                  <a:pt x="69265" y="103911"/>
                </a:lnTo>
                <a:close/>
              </a:path>
              <a:path w="346710" h="1004569">
                <a:moveTo>
                  <a:pt x="103898" y="34645"/>
                </a:moveTo>
                <a:lnTo>
                  <a:pt x="69265" y="34645"/>
                </a:lnTo>
                <a:lnTo>
                  <a:pt x="34632" y="34645"/>
                </a:lnTo>
                <a:lnTo>
                  <a:pt x="34632" y="69278"/>
                </a:lnTo>
                <a:lnTo>
                  <a:pt x="69265" y="69278"/>
                </a:lnTo>
                <a:lnTo>
                  <a:pt x="103898" y="69278"/>
                </a:lnTo>
                <a:lnTo>
                  <a:pt x="103898" y="34645"/>
                </a:lnTo>
                <a:close/>
              </a:path>
              <a:path w="346710" h="1004569">
                <a:moveTo>
                  <a:pt x="138544" y="381000"/>
                </a:moveTo>
                <a:lnTo>
                  <a:pt x="103898" y="381000"/>
                </a:lnTo>
                <a:lnTo>
                  <a:pt x="69265" y="381000"/>
                </a:lnTo>
                <a:lnTo>
                  <a:pt x="69265" y="415645"/>
                </a:lnTo>
                <a:lnTo>
                  <a:pt x="103898" y="415645"/>
                </a:lnTo>
                <a:lnTo>
                  <a:pt x="138544" y="415645"/>
                </a:lnTo>
                <a:lnTo>
                  <a:pt x="138544" y="381000"/>
                </a:lnTo>
                <a:close/>
              </a:path>
              <a:path w="346710" h="1004569">
                <a:moveTo>
                  <a:pt x="173177" y="935189"/>
                </a:moveTo>
                <a:lnTo>
                  <a:pt x="138544" y="935189"/>
                </a:lnTo>
                <a:lnTo>
                  <a:pt x="138544" y="969822"/>
                </a:lnTo>
                <a:lnTo>
                  <a:pt x="103898" y="969822"/>
                </a:lnTo>
                <a:lnTo>
                  <a:pt x="103898" y="935189"/>
                </a:lnTo>
                <a:lnTo>
                  <a:pt x="69265" y="935189"/>
                </a:lnTo>
                <a:lnTo>
                  <a:pt x="69265" y="1004468"/>
                </a:lnTo>
                <a:lnTo>
                  <a:pt x="103898" y="1004468"/>
                </a:lnTo>
                <a:lnTo>
                  <a:pt x="138544" y="1004468"/>
                </a:lnTo>
                <a:lnTo>
                  <a:pt x="173177" y="1004468"/>
                </a:lnTo>
                <a:lnTo>
                  <a:pt x="173177" y="935189"/>
                </a:lnTo>
                <a:close/>
              </a:path>
              <a:path w="346710" h="1004569">
                <a:moveTo>
                  <a:pt x="173177" y="519557"/>
                </a:moveTo>
                <a:lnTo>
                  <a:pt x="138544" y="519557"/>
                </a:lnTo>
                <a:lnTo>
                  <a:pt x="138544" y="450278"/>
                </a:lnTo>
                <a:lnTo>
                  <a:pt x="103898" y="450278"/>
                </a:lnTo>
                <a:lnTo>
                  <a:pt x="103898" y="484911"/>
                </a:lnTo>
                <a:lnTo>
                  <a:pt x="69265" y="484911"/>
                </a:lnTo>
                <a:lnTo>
                  <a:pt x="69265" y="519557"/>
                </a:lnTo>
                <a:lnTo>
                  <a:pt x="103898" y="519557"/>
                </a:lnTo>
                <a:lnTo>
                  <a:pt x="103898" y="588822"/>
                </a:lnTo>
                <a:lnTo>
                  <a:pt x="138544" y="588822"/>
                </a:lnTo>
                <a:lnTo>
                  <a:pt x="173177" y="588822"/>
                </a:lnTo>
                <a:lnTo>
                  <a:pt x="173177" y="519557"/>
                </a:lnTo>
                <a:close/>
              </a:path>
              <a:path w="346710" h="1004569">
                <a:moveTo>
                  <a:pt x="173177" y="207822"/>
                </a:moveTo>
                <a:lnTo>
                  <a:pt x="138544" y="207822"/>
                </a:lnTo>
                <a:lnTo>
                  <a:pt x="138544" y="242468"/>
                </a:lnTo>
                <a:lnTo>
                  <a:pt x="173177" y="242468"/>
                </a:lnTo>
                <a:lnTo>
                  <a:pt x="173177" y="207822"/>
                </a:lnTo>
                <a:close/>
              </a:path>
              <a:path w="346710" h="1004569">
                <a:moveTo>
                  <a:pt x="173177" y="138557"/>
                </a:moveTo>
                <a:lnTo>
                  <a:pt x="138544" y="138557"/>
                </a:lnTo>
                <a:lnTo>
                  <a:pt x="138544" y="103911"/>
                </a:lnTo>
                <a:lnTo>
                  <a:pt x="103898" y="103911"/>
                </a:lnTo>
                <a:lnTo>
                  <a:pt x="103898" y="138557"/>
                </a:lnTo>
                <a:lnTo>
                  <a:pt x="103898" y="173189"/>
                </a:lnTo>
                <a:lnTo>
                  <a:pt x="69265" y="173189"/>
                </a:lnTo>
                <a:lnTo>
                  <a:pt x="69265" y="242455"/>
                </a:lnTo>
                <a:lnTo>
                  <a:pt x="34632" y="242455"/>
                </a:lnTo>
                <a:lnTo>
                  <a:pt x="34632" y="311734"/>
                </a:lnTo>
                <a:lnTo>
                  <a:pt x="69265" y="311734"/>
                </a:lnTo>
                <a:lnTo>
                  <a:pt x="69265" y="346367"/>
                </a:lnTo>
                <a:lnTo>
                  <a:pt x="103898" y="346367"/>
                </a:lnTo>
                <a:lnTo>
                  <a:pt x="138544" y="346367"/>
                </a:lnTo>
                <a:lnTo>
                  <a:pt x="173177" y="346367"/>
                </a:lnTo>
                <a:lnTo>
                  <a:pt x="173177" y="277088"/>
                </a:lnTo>
                <a:lnTo>
                  <a:pt x="138544" y="277088"/>
                </a:lnTo>
                <a:lnTo>
                  <a:pt x="103898" y="277088"/>
                </a:lnTo>
                <a:lnTo>
                  <a:pt x="103898" y="207822"/>
                </a:lnTo>
                <a:lnTo>
                  <a:pt x="138544" y="207822"/>
                </a:lnTo>
                <a:lnTo>
                  <a:pt x="138544" y="173189"/>
                </a:lnTo>
                <a:lnTo>
                  <a:pt x="173177" y="173189"/>
                </a:lnTo>
                <a:lnTo>
                  <a:pt x="173177" y="138557"/>
                </a:lnTo>
                <a:close/>
              </a:path>
              <a:path w="346710" h="1004569">
                <a:moveTo>
                  <a:pt x="173177" y="69278"/>
                </a:moveTo>
                <a:lnTo>
                  <a:pt x="138544" y="69278"/>
                </a:lnTo>
                <a:lnTo>
                  <a:pt x="138544" y="103911"/>
                </a:lnTo>
                <a:lnTo>
                  <a:pt x="173177" y="103911"/>
                </a:lnTo>
                <a:lnTo>
                  <a:pt x="173177" y="69278"/>
                </a:lnTo>
                <a:close/>
              </a:path>
              <a:path w="346710" h="1004569">
                <a:moveTo>
                  <a:pt x="173177" y="0"/>
                </a:moveTo>
                <a:lnTo>
                  <a:pt x="138544" y="0"/>
                </a:lnTo>
                <a:lnTo>
                  <a:pt x="103898" y="0"/>
                </a:lnTo>
                <a:lnTo>
                  <a:pt x="103898" y="34645"/>
                </a:lnTo>
                <a:lnTo>
                  <a:pt x="138544" y="34645"/>
                </a:lnTo>
                <a:lnTo>
                  <a:pt x="173177" y="34645"/>
                </a:lnTo>
                <a:lnTo>
                  <a:pt x="173177" y="0"/>
                </a:lnTo>
                <a:close/>
              </a:path>
              <a:path w="346710" h="1004569">
                <a:moveTo>
                  <a:pt x="242455" y="935189"/>
                </a:moveTo>
                <a:lnTo>
                  <a:pt x="207810" y="935189"/>
                </a:lnTo>
                <a:lnTo>
                  <a:pt x="207810" y="969822"/>
                </a:lnTo>
                <a:lnTo>
                  <a:pt x="242455" y="969822"/>
                </a:lnTo>
                <a:lnTo>
                  <a:pt x="242455" y="935189"/>
                </a:lnTo>
                <a:close/>
              </a:path>
              <a:path w="346710" h="1004569">
                <a:moveTo>
                  <a:pt x="242455" y="762012"/>
                </a:moveTo>
                <a:lnTo>
                  <a:pt x="207810" y="762012"/>
                </a:lnTo>
                <a:lnTo>
                  <a:pt x="207810" y="796645"/>
                </a:lnTo>
                <a:lnTo>
                  <a:pt x="242455" y="796645"/>
                </a:lnTo>
                <a:lnTo>
                  <a:pt x="242455" y="762012"/>
                </a:lnTo>
                <a:close/>
              </a:path>
              <a:path w="346710" h="1004569">
                <a:moveTo>
                  <a:pt x="277088" y="969822"/>
                </a:moveTo>
                <a:lnTo>
                  <a:pt x="242455" y="969822"/>
                </a:lnTo>
                <a:lnTo>
                  <a:pt x="242455" y="1004468"/>
                </a:lnTo>
                <a:lnTo>
                  <a:pt x="277088" y="1004468"/>
                </a:lnTo>
                <a:lnTo>
                  <a:pt x="277088" y="969822"/>
                </a:lnTo>
                <a:close/>
              </a:path>
              <a:path w="346710" h="1004569">
                <a:moveTo>
                  <a:pt x="277088" y="415645"/>
                </a:moveTo>
                <a:lnTo>
                  <a:pt x="242455" y="415645"/>
                </a:lnTo>
                <a:lnTo>
                  <a:pt x="242455" y="450278"/>
                </a:lnTo>
                <a:lnTo>
                  <a:pt x="277088" y="450278"/>
                </a:lnTo>
                <a:lnTo>
                  <a:pt x="277088" y="415645"/>
                </a:lnTo>
                <a:close/>
              </a:path>
              <a:path w="346710" h="1004569">
                <a:moveTo>
                  <a:pt x="311721" y="692734"/>
                </a:moveTo>
                <a:lnTo>
                  <a:pt x="277088" y="692734"/>
                </a:lnTo>
                <a:lnTo>
                  <a:pt x="277088" y="727367"/>
                </a:lnTo>
                <a:lnTo>
                  <a:pt x="277088" y="831278"/>
                </a:lnTo>
                <a:lnTo>
                  <a:pt x="242455" y="831278"/>
                </a:lnTo>
                <a:lnTo>
                  <a:pt x="207810" y="831278"/>
                </a:lnTo>
                <a:lnTo>
                  <a:pt x="173177" y="831278"/>
                </a:lnTo>
                <a:lnTo>
                  <a:pt x="173177" y="727367"/>
                </a:lnTo>
                <a:lnTo>
                  <a:pt x="207810" y="727367"/>
                </a:lnTo>
                <a:lnTo>
                  <a:pt x="242455" y="727367"/>
                </a:lnTo>
                <a:lnTo>
                  <a:pt x="277088" y="727367"/>
                </a:lnTo>
                <a:lnTo>
                  <a:pt x="277088" y="692734"/>
                </a:lnTo>
                <a:lnTo>
                  <a:pt x="242455" y="692734"/>
                </a:lnTo>
                <a:lnTo>
                  <a:pt x="207810" y="692734"/>
                </a:lnTo>
                <a:lnTo>
                  <a:pt x="207810" y="658101"/>
                </a:lnTo>
                <a:lnTo>
                  <a:pt x="173177" y="658101"/>
                </a:lnTo>
                <a:lnTo>
                  <a:pt x="138544" y="658101"/>
                </a:lnTo>
                <a:lnTo>
                  <a:pt x="138544" y="727367"/>
                </a:lnTo>
                <a:lnTo>
                  <a:pt x="138544" y="762012"/>
                </a:lnTo>
                <a:lnTo>
                  <a:pt x="103898" y="762012"/>
                </a:lnTo>
                <a:lnTo>
                  <a:pt x="69265" y="762012"/>
                </a:lnTo>
                <a:lnTo>
                  <a:pt x="34632" y="762012"/>
                </a:lnTo>
                <a:lnTo>
                  <a:pt x="34632" y="727367"/>
                </a:lnTo>
                <a:lnTo>
                  <a:pt x="69265" y="727367"/>
                </a:lnTo>
                <a:lnTo>
                  <a:pt x="103898" y="727367"/>
                </a:lnTo>
                <a:lnTo>
                  <a:pt x="138544" y="727367"/>
                </a:lnTo>
                <a:lnTo>
                  <a:pt x="138544" y="658101"/>
                </a:lnTo>
                <a:lnTo>
                  <a:pt x="103898" y="658101"/>
                </a:lnTo>
                <a:lnTo>
                  <a:pt x="69265" y="658101"/>
                </a:lnTo>
                <a:lnTo>
                  <a:pt x="69265" y="588822"/>
                </a:lnTo>
                <a:lnTo>
                  <a:pt x="34632" y="588822"/>
                </a:lnTo>
                <a:lnTo>
                  <a:pt x="34632" y="623468"/>
                </a:lnTo>
                <a:lnTo>
                  <a:pt x="0" y="623468"/>
                </a:lnTo>
                <a:lnTo>
                  <a:pt x="0" y="658101"/>
                </a:lnTo>
                <a:lnTo>
                  <a:pt x="34632" y="658101"/>
                </a:lnTo>
                <a:lnTo>
                  <a:pt x="34632" y="692734"/>
                </a:lnTo>
                <a:lnTo>
                  <a:pt x="0" y="692734"/>
                </a:lnTo>
                <a:lnTo>
                  <a:pt x="0" y="796645"/>
                </a:lnTo>
                <a:lnTo>
                  <a:pt x="34632" y="796645"/>
                </a:lnTo>
                <a:lnTo>
                  <a:pt x="69265" y="796645"/>
                </a:lnTo>
                <a:lnTo>
                  <a:pt x="103898" y="796645"/>
                </a:lnTo>
                <a:lnTo>
                  <a:pt x="138544" y="796645"/>
                </a:lnTo>
                <a:lnTo>
                  <a:pt x="138544" y="865911"/>
                </a:lnTo>
                <a:lnTo>
                  <a:pt x="103898" y="865911"/>
                </a:lnTo>
                <a:lnTo>
                  <a:pt x="103898" y="935189"/>
                </a:lnTo>
                <a:lnTo>
                  <a:pt x="138544" y="935189"/>
                </a:lnTo>
                <a:lnTo>
                  <a:pt x="138544" y="900557"/>
                </a:lnTo>
                <a:lnTo>
                  <a:pt x="173177" y="900557"/>
                </a:lnTo>
                <a:lnTo>
                  <a:pt x="207810" y="900557"/>
                </a:lnTo>
                <a:lnTo>
                  <a:pt x="207810" y="865911"/>
                </a:lnTo>
                <a:lnTo>
                  <a:pt x="242455" y="865911"/>
                </a:lnTo>
                <a:lnTo>
                  <a:pt x="242455" y="935189"/>
                </a:lnTo>
                <a:lnTo>
                  <a:pt x="277088" y="935189"/>
                </a:lnTo>
                <a:lnTo>
                  <a:pt x="277088" y="900557"/>
                </a:lnTo>
                <a:lnTo>
                  <a:pt x="311721" y="900557"/>
                </a:lnTo>
                <a:lnTo>
                  <a:pt x="311721" y="692734"/>
                </a:lnTo>
                <a:close/>
              </a:path>
              <a:path w="346710" h="1004569">
                <a:moveTo>
                  <a:pt x="311721" y="484911"/>
                </a:moveTo>
                <a:lnTo>
                  <a:pt x="277088" y="484911"/>
                </a:lnTo>
                <a:lnTo>
                  <a:pt x="242455" y="484911"/>
                </a:lnTo>
                <a:lnTo>
                  <a:pt x="242455" y="450278"/>
                </a:lnTo>
                <a:lnTo>
                  <a:pt x="207810" y="450278"/>
                </a:lnTo>
                <a:lnTo>
                  <a:pt x="173177" y="450278"/>
                </a:lnTo>
                <a:lnTo>
                  <a:pt x="173177" y="484911"/>
                </a:lnTo>
                <a:lnTo>
                  <a:pt x="207810" y="484911"/>
                </a:lnTo>
                <a:lnTo>
                  <a:pt x="207810" y="554189"/>
                </a:lnTo>
                <a:lnTo>
                  <a:pt x="242455" y="554189"/>
                </a:lnTo>
                <a:lnTo>
                  <a:pt x="242455" y="519557"/>
                </a:lnTo>
                <a:lnTo>
                  <a:pt x="277088" y="519557"/>
                </a:lnTo>
                <a:lnTo>
                  <a:pt x="277088" y="554189"/>
                </a:lnTo>
                <a:lnTo>
                  <a:pt x="242455" y="554189"/>
                </a:lnTo>
                <a:lnTo>
                  <a:pt x="242455" y="623468"/>
                </a:lnTo>
                <a:lnTo>
                  <a:pt x="207810" y="623468"/>
                </a:lnTo>
                <a:lnTo>
                  <a:pt x="207810" y="658101"/>
                </a:lnTo>
                <a:lnTo>
                  <a:pt x="242455" y="658101"/>
                </a:lnTo>
                <a:lnTo>
                  <a:pt x="277088" y="658101"/>
                </a:lnTo>
                <a:lnTo>
                  <a:pt x="311721" y="658101"/>
                </a:lnTo>
                <a:lnTo>
                  <a:pt x="311721" y="623468"/>
                </a:lnTo>
                <a:lnTo>
                  <a:pt x="277088" y="623468"/>
                </a:lnTo>
                <a:lnTo>
                  <a:pt x="277088" y="588822"/>
                </a:lnTo>
                <a:lnTo>
                  <a:pt x="311721" y="588822"/>
                </a:lnTo>
                <a:lnTo>
                  <a:pt x="311721" y="484911"/>
                </a:lnTo>
                <a:close/>
              </a:path>
              <a:path w="346710" h="1004569">
                <a:moveTo>
                  <a:pt x="311721" y="311734"/>
                </a:moveTo>
                <a:lnTo>
                  <a:pt x="277088" y="311734"/>
                </a:lnTo>
                <a:lnTo>
                  <a:pt x="242455" y="311734"/>
                </a:lnTo>
                <a:lnTo>
                  <a:pt x="242455" y="277088"/>
                </a:lnTo>
                <a:lnTo>
                  <a:pt x="207810" y="277088"/>
                </a:lnTo>
                <a:lnTo>
                  <a:pt x="207810" y="381000"/>
                </a:lnTo>
                <a:lnTo>
                  <a:pt x="173177" y="381000"/>
                </a:lnTo>
                <a:lnTo>
                  <a:pt x="173177" y="415645"/>
                </a:lnTo>
                <a:lnTo>
                  <a:pt x="207810" y="415645"/>
                </a:lnTo>
                <a:lnTo>
                  <a:pt x="242455" y="415645"/>
                </a:lnTo>
                <a:lnTo>
                  <a:pt x="242455" y="346367"/>
                </a:lnTo>
                <a:lnTo>
                  <a:pt x="277088" y="346367"/>
                </a:lnTo>
                <a:lnTo>
                  <a:pt x="277088" y="381000"/>
                </a:lnTo>
                <a:lnTo>
                  <a:pt x="311721" y="381000"/>
                </a:lnTo>
                <a:lnTo>
                  <a:pt x="311721" y="311734"/>
                </a:lnTo>
                <a:close/>
              </a:path>
              <a:path w="346710" h="1004569">
                <a:moveTo>
                  <a:pt x="311721" y="69278"/>
                </a:moveTo>
                <a:lnTo>
                  <a:pt x="277088" y="69278"/>
                </a:lnTo>
                <a:lnTo>
                  <a:pt x="277088" y="138557"/>
                </a:lnTo>
                <a:lnTo>
                  <a:pt x="277088" y="173189"/>
                </a:lnTo>
                <a:lnTo>
                  <a:pt x="311721" y="173189"/>
                </a:lnTo>
                <a:lnTo>
                  <a:pt x="311721" y="138557"/>
                </a:lnTo>
                <a:lnTo>
                  <a:pt x="311721" y="69278"/>
                </a:lnTo>
                <a:close/>
              </a:path>
              <a:path w="346710" h="1004569">
                <a:moveTo>
                  <a:pt x="346367" y="0"/>
                </a:moveTo>
                <a:lnTo>
                  <a:pt x="311721" y="0"/>
                </a:lnTo>
                <a:lnTo>
                  <a:pt x="277088" y="0"/>
                </a:lnTo>
                <a:lnTo>
                  <a:pt x="242455" y="0"/>
                </a:lnTo>
                <a:lnTo>
                  <a:pt x="207810" y="0"/>
                </a:lnTo>
                <a:lnTo>
                  <a:pt x="207810" y="69278"/>
                </a:lnTo>
                <a:lnTo>
                  <a:pt x="207810" y="138557"/>
                </a:lnTo>
                <a:lnTo>
                  <a:pt x="207810" y="242468"/>
                </a:lnTo>
                <a:lnTo>
                  <a:pt x="242455" y="242468"/>
                </a:lnTo>
                <a:lnTo>
                  <a:pt x="277088" y="242468"/>
                </a:lnTo>
                <a:lnTo>
                  <a:pt x="311721" y="242468"/>
                </a:lnTo>
                <a:lnTo>
                  <a:pt x="311721" y="207822"/>
                </a:lnTo>
                <a:lnTo>
                  <a:pt x="277088" y="207822"/>
                </a:lnTo>
                <a:lnTo>
                  <a:pt x="242455" y="207822"/>
                </a:lnTo>
                <a:lnTo>
                  <a:pt x="242455" y="138557"/>
                </a:lnTo>
                <a:lnTo>
                  <a:pt x="242455" y="69278"/>
                </a:lnTo>
                <a:lnTo>
                  <a:pt x="242455" y="34645"/>
                </a:lnTo>
                <a:lnTo>
                  <a:pt x="277088" y="34645"/>
                </a:lnTo>
                <a:lnTo>
                  <a:pt x="311721" y="34645"/>
                </a:lnTo>
                <a:lnTo>
                  <a:pt x="346367" y="34645"/>
                </a:lnTo>
                <a:lnTo>
                  <a:pt x="346367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B90A8D2D-9A8E-54FF-D2F7-9904D3DD3467}"/>
              </a:ext>
            </a:extLst>
          </p:cNvPr>
          <p:cNvSpPr/>
          <p:nvPr/>
        </p:nvSpPr>
        <p:spPr>
          <a:xfrm>
            <a:off x="51892" y="14784394"/>
            <a:ext cx="6898172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5" name="object 95"/>
          <p:cNvSpPr/>
          <p:nvPr/>
        </p:nvSpPr>
        <p:spPr>
          <a:xfrm>
            <a:off x="4855692" y="18452375"/>
            <a:ext cx="139065" cy="1004569"/>
          </a:xfrm>
          <a:custGeom>
            <a:avLst/>
            <a:gdLst/>
            <a:ahLst/>
            <a:cxnLst/>
            <a:rect l="l" t="t" r="r" b="b"/>
            <a:pathLst>
              <a:path w="139064" h="1004569">
                <a:moveTo>
                  <a:pt x="34645" y="935189"/>
                </a:moveTo>
                <a:lnTo>
                  <a:pt x="0" y="935189"/>
                </a:lnTo>
                <a:lnTo>
                  <a:pt x="0" y="1004468"/>
                </a:lnTo>
                <a:lnTo>
                  <a:pt x="34645" y="1004468"/>
                </a:lnTo>
                <a:lnTo>
                  <a:pt x="34645" y="935189"/>
                </a:lnTo>
                <a:close/>
              </a:path>
              <a:path w="139064" h="1004569">
                <a:moveTo>
                  <a:pt x="34645" y="865911"/>
                </a:moveTo>
                <a:lnTo>
                  <a:pt x="0" y="865911"/>
                </a:lnTo>
                <a:lnTo>
                  <a:pt x="0" y="900557"/>
                </a:lnTo>
                <a:lnTo>
                  <a:pt x="34645" y="900557"/>
                </a:lnTo>
                <a:lnTo>
                  <a:pt x="34645" y="865911"/>
                </a:lnTo>
                <a:close/>
              </a:path>
              <a:path w="139064" h="1004569">
                <a:moveTo>
                  <a:pt x="34645" y="277088"/>
                </a:moveTo>
                <a:lnTo>
                  <a:pt x="0" y="277088"/>
                </a:lnTo>
                <a:lnTo>
                  <a:pt x="0" y="311734"/>
                </a:lnTo>
                <a:lnTo>
                  <a:pt x="34645" y="311734"/>
                </a:lnTo>
                <a:lnTo>
                  <a:pt x="34645" y="277088"/>
                </a:lnTo>
                <a:close/>
              </a:path>
              <a:path w="139064" h="1004569">
                <a:moveTo>
                  <a:pt x="69278" y="900557"/>
                </a:moveTo>
                <a:lnTo>
                  <a:pt x="34645" y="900557"/>
                </a:lnTo>
                <a:lnTo>
                  <a:pt x="34645" y="935189"/>
                </a:lnTo>
                <a:lnTo>
                  <a:pt x="69278" y="935189"/>
                </a:lnTo>
                <a:lnTo>
                  <a:pt x="69278" y="900557"/>
                </a:lnTo>
                <a:close/>
              </a:path>
              <a:path w="139064" h="1004569">
                <a:moveTo>
                  <a:pt x="69278" y="831278"/>
                </a:moveTo>
                <a:lnTo>
                  <a:pt x="34645" y="831278"/>
                </a:lnTo>
                <a:lnTo>
                  <a:pt x="34645" y="865911"/>
                </a:lnTo>
                <a:lnTo>
                  <a:pt x="69278" y="865911"/>
                </a:lnTo>
                <a:lnTo>
                  <a:pt x="69278" y="831278"/>
                </a:lnTo>
                <a:close/>
              </a:path>
              <a:path w="139064" h="1004569">
                <a:moveTo>
                  <a:pt x="69278" y="69278"/>
                </a:moveTo>
                <a:lnTo>
                  <a:pt x="34645" y="69278"/>
                </a:lnTo>
                <a:lnTo>
                  <a:pt x="0" y="69278"/>
                </a:lnTo>
                <a:lnTo>
                  <a:pt x="0" y="138557"/>
                </a:lnTo>
                <a:lnTo>
                  <a:pt x="0" y="173189"/>
                </a:lnTo>
                <a:lnTo>
                  <a:pt x="34645" y="173189"/>
                </a:lnTo>
                <a:lnTo>
                  <a:pt x="69278" y="173189"/>
                </a:lnTo>
                <a:lnTo>
                  <a:pt x="69278" y="138557"/>
                </a:lnTo>
                <a:lnTo>
                  <a:pt x="69278" y="69278"/>
                </a:lnTo>
                <a:close/>
              </a:path>
              <a:path w="139064" h="1004569">
                <a:moveTo>
                  <a:pt x="103911" y="935189"/>
                </a:moveTo>
                <a:lnTo>
                  <a:pt x="69278" y="935189"/>
                </a:lnTo>
                <a:lnTo>
                  <a:pt x="69278" y="1004468"/>
                </a:lnTo>
                <a:lnTo>
                  <a:pt x="103911" y="1004468"/>
                </a:lnTo>
                <a:lnTo>
                  <a:pt x="103911" y="935189"/>
                </a:lnTo>
                <a:close/>
              </a:path>
              <a:path w="139064" h="1004569">
                <a:moveTo>
                  <a:pt x="103911" y="346367"/>
                </a:moveTo>
                <a:lnTo>
                  <a:pt x="69278" y="346367"/>
                </a:lnTo>
                <a:lnTo>
                  <a:pt x="34645" y="346367"/>
                </a:lnTo>
                <a:lnTo>
                  <a:pt x="34645" y="381000"/>
                </a:lnTo>
                <a:lnTo>
                  <a:pt x="69278" y="381000"/>
                </a:lnTo>
                <a:lnTo>
                  <a:pt x="103911" y="381000"/>
                </a:lnTo>
                <a:lnTo>
                  <a:pt x="103911" y="346367"/>
                </a:lnTo>
                <a:close/>
              </a:path>
              <a:path w="139064" h="1004569">
                <a:moveTo>
                  <a:pt x="138557" y="865911"/>
                </a:moveTo>
                <a:lnTo>
                  <a:pt x="103911" y="865911"/>
                </a:lnTo>
                <a:lnTo>
                  <a:pt x="103911" y="935189"/>
                </a:lnTo>
                <a:lnTo>
                  <a:pt x="138557" y="935189"/>
                </a:lnTo>
                <a:lnTo>
                  <a:pt x="138557" y="865911"/>
                </a:lnTo>
                <a:close/>
              </a:path>
              <a:path w="139064" h="1004569">
                <a:moveTo>
                  <a:pt x="138557" y="450278"/>
                </a:moveTo>
                <a:lnTo>
                  <a:pt x="103911" y="450278"/>
                </a:lnTo>
                <a:lnTo>
                  <a:pt x="69278" y="450278"/>
                </a:lnTo>
                <a:lnTo>
                  <a:pt x="69278" y="415645"/>
                </a:lnTo>
                <a:lnTo>
                  <a:pt x="34645" y="415645"/>
                </a:lnTo>
                <a:lnTo>
                  <a:pt x="0" y="415645"/>
                </a:lnTo>
                <a:lnTo>
                  <a:pt x="0" y="450278"/>
                </a:lnTo>
                <a:lnTo>
                  <a:pt x="34645" y="450278"/>
                </a:lnTo>
                <a:lnTo>
                  <a:pt x="34645" y="519557"/>
                </a:lnTo>
                <a:lnTo>
                  <a:pt x="69278" y="519557"/>
                </a:lnTo>
                <a:lnTo>
                  <a:pt x="69278" y="588822"/>
                </a:lnTo>
                <a:lnTo>
                  <a:pt x="34645" y="588822"/>
                </a:lnTo>
                <a:lnTo>
                  <a:pt x="34645" y="554189"/>
                </a:lnTo>
                <a:lnTo>
                  <a:pt x="0" y="554189"/>
                </a:lnTo>
                <a:lnTo>
                  <a:pt x="0" y="623468"/>
                </a:lnTo>
                <a:lnTo>
                  <a:pt x="34645" y="623468"/>
                </a:lnTo>
                <a:lnTo>
                  <a:pt x="34645" y="692734"/>
                </a:lnTo>
                <a:lnTo>
                  <a:pt x="0" y="692734"/>
                </a:lnTo>
                <a:lnTo>
                  <a:pt x="0" y="831278"/>
                </a:lnTo>
                <a:lnTo>
                  <a:pt x="34645" y="831278"/>
                </a:lnTo>
                <a:lnTo>
                  <a:pt x="34645" y="762012"/>
                </a:lnTo>
                <a:lnTo>
                  <a:pt x="69278" y="762012"/>
                </a:lnTo>
                <a:lnTo>
                  <a:pt x="69278" y="831278"/>
                </a:lnTo>
                <a:lnTo>
                  <a:pt x="103911" y="831278"/>
                </a:lnTo>
                <a:lnTo>
                  <a:pt x="103911" y="762012"/>
                </a:lnTo>
                <a:lnTo>
                  <a:pt x="138557" y="762012"/>
                </a:lnTo>
                <a:lnTo>
                  <a:pt x="138557" y="727367"/>
                </a:lnTo>
                <a:lnTo>
                  <a:pt x="103911" y="727367"/>
                </a:lnTo>
                <a:lnTo>
                  <a:pt x="69278" y="727367"/>
                </a:lnTo>
                <a:lnTo>
                  <a:pt x="69278" y="623468"/>
                </a:lnTo>
                <a:lnTo>
                  <a:pt x="103911" y="623468"/>
                </a:lnTo>
                <a:lnTo>
                  <a:pt x="103911" y="519557"/>
                </a:lnTo>
                <a:lnTo>
                  <a:pt x="138557" y="519557"/>
                </a:lnTo>
                <a:lnTo>
                  <a:pt x="138557" y="450278"/>
                </a:lnTo>
                <a:close/>
              </a:path>
              <a:path w="139064" h="1004569">
                <a:moveTo>
                  <a:pt x="138557" y="381000"/>
                </a:moveTo>
                <a:lnTo>
                  <a:pt x="103911" y="381000"/>
                </a:lnTo>
                <a:lnTo>
                  <a:pt x="103911" y="415645"/>
                </a:lnTo>
                <a:lnTo>
                  <a:pt x="138557" y="415645"/>
                </a:lnTo>
                <a:lnTo>
                  <a:pt x="138557" y="381000"/>
                </a:lnTo>
                <a:close/>
              </a:path>
              <a:path w="139064" h="1004569">
                <a:moveTo>
                  <a:pt x="138557" y="277088"/>
                </a:moveTo>
                <a:lnTo>
                  <a:pt x="103911" y="277088"/>
                </a:lnTo>
                <a:lnTo>
                  <a:pt x="69278" y="277088"/>
                </a:lnTo>
                <a:lnTo>
                  <a:pt x="69278" y="311734"/>
                </a:lnTo>
                <a:lnTo>
                  <a:pt x="103911" y="311734"/>
                </a:lnTo>
                <a:lnTo>
                  <a:pt x="103911" y="346367"/>
                </a:lnTo>
                <a:lnTo>
                  <a:pt x="138557" y="346367"/>
                </a:lnTo>
                <a:lnTo>
                  <a:pt x="138557" y="277088"/>
                </a:lnTo>
                <a:close/>
              </a:path>
              <a:path w="139064" h="1004569">
                <a:moveTo>
                  <a:pt x="138557" y="0"/>
                </a:moveTo>
                <a:lnTo>
                  <a:pt x="103911" y="0"/>
                </a:lnTo>
                <a:lnTo>
                  <a:pt x="69278" y="0"/>
                </a:lnTo>
                <a:lnTo>
                  <a:pt x="34645" y="0"/>
                </a:lnTo>
                <a:lnTo>
                  <a:pt x="0" y="0"/>
                </a:lnTo>
                <a:lnTo>
                  <a:pt x="0" y="34645"/>
                </a:lnTo>
                <a:lnTo>
                  <a:pt x="34645" y="34645"/>
                </a:lnTo>
                <a:lnTo>
                  <a:pt x="69278" y="34645"/>
                </a:lnTo>
                <a:lnTo>
                  <a:pt x="103911" y="34645"/>
                </a:lnTo>
                <a:lnTo>
                  <a:pt x="103911" y="69278"/>
                </a:lnTo>
                <a:lnTo>
                  <a:pt x="103911" y="138557"/>
                </a:lnTo>
                <a:lnTo>
                  <a:pt x="103911" y="207822"/>
                </a:lnTo>
                <a:lnTo>
                  <a:pt x="69278" y="207822"/>
                </a:lnTo>
                <a:lnTo>
                  <a:pt x="34645" y="207822"/>
                </a:lnTo>
                <a:lnTo>
                  <a:pt x="0" y="207822"/>
                </a:lnTo>
                <a:lnTo>
                  <a:pt x="0" y="242468"/>
                </a:lnTo>
                <a:lnTo>
                  <a:pt x="34645" y="242468"/>
                </a:lnTo>
                <a:lnTo>
                  <a:pt x="69278" y="242468"/>
                </a:lnTo>
                <a:lnTo>
                  <a:pt x="103911" y="242468"/>
                </a:lnTo>
                <a:lnTo>
                  <a:pt x="138557" y="242468"/>
                </a:lnTo>
                <a:lnTo>
                  <a:pt x="138557" y="138557"/>
                </a:lnTo>
                <a:lnTo>
                  <a:pt x="138557" y="69278"/>
                </a:lnTo>
                <a:lnTo>
                  <a:pt x="138557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6" name="object 9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2114" y="18814964"/>
            <a:ext cx="270244" cy="229814"/>
          </a:xfrm>
          <a:prstGeom prst="rect">
            <a:avLst/>
          </a:prstGeom>
        </p:spPr>
      </p:pic>
      <p:grpSp>
        <p:nvGrpSpPr>
          <p:cNvPr id="236" name="Group 235">
            <a:extLst>
              <a:ext uri="{FF2B5EF4-FFF2-40B4-BE49-F238E27FC236}">
                <a16:creationId xmlns:a16="http://schemas.microsoft.com/office/drawing/2014/main" id="{F12D3962-CD45-7739-1AF9-3372878184C1}"/>
              </a:ext>
            </a:extLst>
          </p:cNvPr>
          <p:cNvGrpSpPr/>
          <p:nvPr/>
        </p:nvGrpSpPr>
        <p:grpSpPr>
          <a:xfrm>
            <a:off x="7102345" y="15391247"/>
            <a:ext cx="6665215" cy="2294331"/>
            <a:chOff x="7059071" y="15391247"/>
            <a:chExt cx="6665215" cy="2294331"/>
          </a:xfrm>
        </p:grpSpPr>
        <p:grpSp>
          <p:nvGrpSpPr>
            <p:cNvPr id="16" name="object 16"/>
            <p:cNvGrpSpPr/>
            <p:nvPr/>
          </p:nvGrpSpPr>
          <p:grpSpPr>
            <a:xfrm>
              <a:off x="7059071" y="15391247"/>
              <a:ext cx="6665215" cy="2294331"/>
              <a:chOff x="7111714" y="14946168"/>
              <a:chExt cx="6665215" cy="2294331"/>
            </a:xfrm>
          </p:grpSpPr>
          <p:sp>
            <p:nvSpPr>
              <p:cNvPr id="17" name="object 17"/>
              <p:cNvSpPr/>
              <p:nvPr/>
            </p:nvSpPr>
            <p:spPr>
              <a:xfrm>
                <a:off x="7111714" y="15119078"/>
                <a:ext cx="6664959" cy="2121421"/>
              </a:xfrm>
              <a:custGeom>
                <a:avLst/>
                <a:gdLst/>
                <a:ahLst/>
                <a:cxnLst/>
                <a:rect l="l" t="t" r="r" b="b"/>
                <a:pathLst>
                  <a:path w="6664959" h="2520950">
                    <a:moveTo>
                      <a:pt x="6664808" y="0"/>
                    </a:moveTo>
                    <a:lnTo>
                      <a:pt x="0" y="0"/>
                    </a:lnTo>
                    <a:lnTo>
                      <a:pt x="0" y="2520647"/>
                    </a:lnTo>
                    <a:lnTo>
                      <a:pt x="6664808" y="2520647"/>
                    </a:lnTo>
                    <a:lnTo>
                      <a:pt x="6664808" y="0"/>
                    </a:lnTo>
                    <a:close/>
                  </a:path>
                </a:pathLst>
              </a:custGeom>
              <a:solidFill>
                <a:srgbClr val="D6DCD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10680700" y="14946168"/>
                <a:ext cx="3096229" cy="384175"/>
              </a:xfrm>
              <a:custGeom>
                <a:avLst/>
                <a:gdLst/>
                <a:ahLst/>
                <a:cxnLst/>
                <a:rect l="l" t="t" r="r" b="b"/>
                <a:pathLst>
                  <a:path w="2492375" h="384175">
                    <a:moveTo>
                      <a:pt x="2491969" y="0"/>
                    </a:moveTo>
                    <a:lnTo>
                      <a:pt x="0" y="0"/>
                    </a:lnTo>
                    <a:lnTo>
                      <a:pt x="0" y="384044"/>
                    </a:lnTo>
                    <a:lnTo>
                      <a:pt x="2491969" y="384044"/>
                    </a:lnTo>
                    <a:lnTo>
                      <a:pt x="2491969" y="0"/>
                    </a:lnTo>
                    <a:close/>
                  </a:path>
                </a:pathLst>
              </a:custGeom>
              <a:solidFill>
                <a:srgbClr val="D61F26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GB" b="0" i="0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Limitations and Future Work</a:t>
                </a:r>
                <a:endParaRPr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9" name="object 99"/>
            <p:cNvSpPr txBox="1"/>
            <p:nvPr/>
          </p:nvSpPr>
          <p:spPr>
            <a:xfrm>
              <a:off x="7396314" y="15859077"/>
              <a:ext cx="6171790" cy="1728037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71450" indent="-171450" algn="l" fontAlgn="base">
                <a:spcAft>
                  <a:spcPts val="300"/>
                </a:spcAft>
                <a:buFont typeface="Wingdings" pitchFamily="2" charset="2"/>
                <a:buChar char="§"/>
              </a:pPr>
              <a:r>
                <a:rPr lang="en-GB" sz="1100" b="1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Evaluation Difficulty: </a:t>
              </a:r>
              <a:r>
                <a:rPr lang="en-GB" sz="110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Dynamic emotions lack a definitive "ground truth" [3] for standard metrics.</a:t>
              </a:r>
            </a:p>
            <a:p>
              <a:pPr marL="171450" indent="-171450" algn="l" fontAlgn="base">
                <a:spcAft>
                  <a:spcPts val="300"/>
                </a:spcAft>
                <a:buFont typeface="Wingdings" pitchFamily="2" charset="2"/>
                <a:buChar char="§"/>
              </a:pPr>
              <a:r>
                <a:rPr lang="en-GB" sz="1100" b="1" dirty="0">
                  <a:solidFill>
                    <a:srgbClr val="202124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LLM-</a:t>
              </a:r>
              <a:r>
                <a:rPr lang="en-GB" sz="1100" b="1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as-a-Judge: </a:t>
              </a:r>
              <a:r>
                <a:rPr lang="en-GB" sz="110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Current evaluation [10] is pragmatic but lacks human validation.</a:t>
              </a:r>
            </a:p>
            <a:p>
              <a:pPr marL="171450" indent="-171450" algn="l" fontAlgn="base">
                <a:spcAft>
                  <a:spcPts val="300"/>
                </a:spcAft>
                <a:buFont typeface="Wingdings" pitchFamily="2" charset="2"/>
                <a:buChar char="§"/>
              </a:pPr>
              <a:r>
                <a:rPr lang="en-GB" sz="1100" b="1" dirty="0">
                  <a:solidFill>
                    <a:srgbClr val="202124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Framework</a:t>
              </a:r>
              <a:r>
                <a:rPr lang="en-GB" sz="1100" b="1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: </a:t>
              </a:r>
              <a:r>
                <a:rPr lang="en-GB" sz="110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</a:rPr>
                <a:t>Trade-off between theoretical flexibility avoiding predefined categories and the practical need for computational structure.</a:t>
              </a:r>
            </a:p>
            <a:p>
              <a:pPr marL="171450" indent="-171450" algn="l" fontAlgn="base">
                <a:spcAft>
                  <a:spcPts val="300"/>
                </a:spcAft>
                <a:buFont typeface="Wingdings" pitchFamily="2" charset="2"/>
                <a:buChar char="§"/>
              </a:pPr>
              <a:r>
                <a:rPr lang="en-GB" sz="1100" b="1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Future Work:</a:t>
              </a:r>
              <a:r>
                <a:rPr lang="en-GB" sz="110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 Validate LLM analyses with human judgement</a:t>
              </a:r>
              <a:r>
                <a:rPr lang="en-GB" sz="1100" dirty="0">
                  <a:solidFill>
                    <a:srgbClr val="202124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;</a:t>
              </a:r>
              <a:r>
                <a:rPr lang="en-GB" sz="110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Compare against lexicon-based and Ekman's category methods; Address large datasets</a:t>
              </a:r>
              <a:r>
                <a:rPr lang="en-GB" sz="1100" dirty="0">
                  <a:solidFill>
                    <a:srgbClr val="202124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;</a:t>
              </a:r>
              <a:r>
                <a:rPr lang="en-GB" sz="110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Overgeneralization; </a:t>
              </a:r>
              <a:r>
                <a:rPr lang="en-GB" sz="1100" dirty="0">
                  <a:solidFill>
                    <a:srgbClr val="202124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</a:t>
              </a:r>
              <a:r>
                <a:rPr lang="en-GB" sz="110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xcessive granularity.</a:t>
              </a:r>
            </a:p>
            <a:p>
              <a:pPr marL="171450" indent="-171450" algn="l" fontAlgn="base">
                <a:spcAft>
                  <a:spcPts val="300"/>
                </a:spcAft>
                <a:buFont typeface="Wingdings" pitchFamily="2" charset="2"/>
                <a:buChar char="§"/>
              </a:pPr>
              <a:r>
                <a:rPr lang="en-GB" sz="1100" b="1" dirty="0">
                  <a:solidFill>
                    <a:srgbClr val="202124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Addressing Failure Modes: </a:t>
              </a:r>
              <a:r>
                <a:rPr lang="en-GB" sz="1100" dirty="0">
                  <a:solidFill>
                    <a:srgbClr val="202124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Mitigate potential overgeneralization or excessive granularity.</a:t>
              </a:r>
            </a:p>
            <a:p>
              <a:pPr algn="l" fontAlgn="base">
                <a:spcAft>
                  <a:spcPts val="300"/>
                </a:spcAft>
              </a:pPr>
              <a:r>
                <a:rPr lang="en-GB" sz="1100" b="0" i="1" dirty="0">
                  <a:solidFill>
                    <a:srgbClr val="202124"/>
                  </a:solidFill>
                  <a:effectLst/>
                  <a:latin typeface="Roboto" panose="02000000000000000000" pitchFamily="2" charset="0"/>
                </a:rPr>
                <a:t>Ultimately, this future work aims to create more robust, reliable, and human-</a:t>
              </a:r>
              <a:r>
                <a:rPr lang="en-GB" sz="1100" b="0" i="1" dirty="0" err="1">
                  <a:solidFill>
                    <a:srgbClr val="202124"/>
                  </a:solidFill>
                  <a:effectLst/>
                  <a:latin typeface="Roboto" panose="02000000000000000000" pitchFamily="2" charset="0"/>
                </a:rPr>
                <a:t>centered</a:t>
              </a:r>
              <a:r>
                <a:rPr lang="en-GB" sz="1100" b="0" i="1" dirty="0">
                  <a:solidFill>
                    <a:srgbClr val="202124"/>
                  </a:solidFill>
                  <a:effectLst/>
                  <a:latin typeface="Roboto" panose="02000000000000000000" pitchFamily="2" charset="0"/>
                </a:rPr>
                <a:t> systems for understanding and responding to human emotion.</a:t>
              </a:r>
              <a:endParaRPr lang="en-GB" sz="11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F4705566-AB44-64A0-DE93-A3BDABD362D9}"/>
              </a:ext>
            </a:extLst>
          </p:cNvPr>
          <p:cNvGrpSpPr/>
          <p:nvPr/>
        </p:nvGrpSpPr>
        <p:grpSpPr>
          <a:xfrm>
            <a:off x="434785" y="3636000"/>
            <a:ext cx="6256020" cy="3803698"/>
            <a:chOff x="434785" y="3636000"/>
            <a:chExt cx="6256020" cy="3803698"/>
          </a:xfrm>
        </p:grpSpPr>
        <p:grpSp>
          <p:nvGrpSpPr>
            <p:cNvPr id="8" name="object 8"/>
            <p:cNvGrpSpPr/>
            <p:nvPr/>
          </p:nvGrpSpPr>
          <p:grpSpPr>
            <a:xfrm>
              <a:off x="434785" y="3636000"/>
              <a:ext cx="6256020" cy="3803698"/>
              <a:chOff x="435006" y="5603301"/>
              <a:chExt cx="6256020" cy="3377324"/>
            </a:xfrm>
          </p:grpSpPr>
          <p:sp>
            <p:nvSpPr>
              <p:cNvPr id="9" name="object 9"/>
              <p:cNvSpPr/>
              <p:nvPr/>
            </p:nvSpPr>
            <p:spPr>
              <a:xfrm>
                <a:off x="435006" y="5782120"/>
                <a:ext cx="6256020" cy="3198505"/>
              </a:xfrm>
              <a:custGeom>
                <a:avLst/>
                <a:gdLst/>
                <a:ahLst/>
                <a:cxnLst/>
                <a:rect l="l" t="t" r="r" b="b"/>
                <a:pathLst>
                  <a:path w="6256020" h="2294254">
                    <a:moveTo>
                      <a:pt x="6255392" y="0"/>
                    </a:moveTo>
                    <a:lnTo>
                      <a:pt x="0" y="0"/>
                    </a:lnTo>
                    <a:lnTo>
                      <a:pt x="0" y="2293705"/>
                    </a:lnTo>
                    <a:lnTo>
                      <a:pt x="6255392" y="2293705"/>
                    </a:lnTo>
                    <a:lnTo>
                      <a:pt x="6255392" y="0"/>
                    </a:lnTo>
                    <a:close/>
                  </a:path>
                </a:pathLst>
              </a:custGeom>
              <a:solidFill>
                <a:srgbClr val="D6DCD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3753651" y="5603301"/>
                <a:ext cx="2936546" cy="342021"/>
              </a:xfrm>
              <a:custGeom>
                <a:avLst/>
                <a:gdLst/>
                <a:ahLst/>
                <a:cxnLst/>
                <a:rect l="l" t="t" r="r" b="b"/>
                <a:pathLst>
                  <a:path w="2492375" h="384175">
                    <a:moveTo>
                      <a:pt x="2491969" y="0"/>
                    </a:moveTo>
                    <a:lnTo>
                      <a:pt x="0" y="0"/>
                    </a:lnTo>
                    <a:lnTo>
                      <a:pt x="0" y="384044"/>
                    </a:lnTo>
                    <a:lnTo>
                      <a:pt x="2491969" y="384044"/>
                    </a:lnTo>
                    <a:lnTo>
                      <a:pt x="2491969" y="0"/>
                    </a:lnTo>
                    <a:close/>
                  </a:path>
                </a:pathLst>
              </a:custGeom>
              <a:solidFill>
                <a:srgbClr val="D61F26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GB" sz="18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Overview &amp; Contributions</a:t>
                </a:r>
                <a:endParaRPr lang="en-GB" sz="1800" dirty="0">
                  <a:latin typeface="Arial"/>
                  <a:cs typeface="Arial"/>
                </a:endParaRPr>
              </a:p>
            </p:txBody>
          </p:sp>
        </p:grpSp>
        <p:sp>
          <p:nvSpPr>
            <p:cNvPr id="100" name="object 100"/>
            <p:cNvSpPr txBox="1"/>
            <p:nvPr/>
          </p:nvSpPr>
          <p:spPr>
            <a:xfrm>
              <a:off x="767591" y="4189776"/>
              <a:ext cx="5570685" cy="323742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algn="l" fontAlgn="base">
                <a:spcAft>
                  <a:spcPts val="300"/>
                </a:spcAft>
              </a:pPr>
              <a:r>
                <a:rPr lang="en-GB" sz="1100" b="1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Problem: </a:t>
              </a:r>
              <a:r>
                <a:rPr lang="en-GB" sz="1100" dirty="0">
                  <a:solidFill>
                    <a:srgbClr val="202124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</a:t>
              </a:r>
              <a:r>
                <a:rPr lang="en-GB" sz="110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urrent approaches to emotion analysis rely on oversimplified categories (e.g., Ekman's universal emotions), neglecting context and individual differences [1].</a:t>
              </a:r>
            </a:p>
            <a:p>
              <a:pPr algn="l" fontAlgn="base">
                <a:spcAft>
                  <a:spcPts val="300"/>
                </a:spcAft>
              </a:pPr>
              <a:endParaRPr lang="en-GB" sz="11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algn="l" fontAlgn="base">
                <a:spcAft>
                  <a:spcPts val="300"/>
                </a:spcAft>
              </a:pPr>
              <a:r>
                <a:rPr lang="en-GB" sz="1100" b="1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Our Approach: </a:t>
              </a:r>
              <a:r>
                <a:rPr lang="en-GB" sz="110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We integrate most recent advancements in cognitive and emotion studies, by operationalization Lisa Feldman Barrett's Theory of Constructed Emotion, which emphasizes the crucial role of context in shaping emotions.</a:t>
              </a:r>
            </a:p>
            <a:p>
              <a:pPr algn="l" fontAlgn="base">
                <a:spcAft>
                  <a:spcPts val="300"/>
                </a:spcAft>
              </a:pPr>
              <a:endParaRPr lang="en-GB" sz="1100" b="1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algn="l" fontAlgn="base">
                <a:spcAft>
                  <a:spcPts val="300"/>
                </a:spcAft>
              </a:pPr>
              <a:r>
                <a:rPr lang="en-GB" sz="1100" b="1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Key Contributions:</a:t>
              </a:r>
            </a:p>
            <a:p>
              <a:pPr marL="628650" lvl="1" indent="-171450" algn="l" fontAlgn="base">
                <a:spcBef>
                  <a:spcPts val="300"/>
                </a:spcBef>
                <a:spcAft>
                  <a:spcPts val="300"/>
                </a:spcAft>
                <a:buFont typeface="Wingdings" pitchFamily="2" charset="2"/>
                <a:buChar char="§"/>
              </a:pPr>
              <a:r>
                <a:rPr lang="en-GB" sz="110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Novel Framework: A context-aware emotion analysis pipeline using advanced LLM guidance.</a:t>
              </a:r>
            </a:p>
            <a:p>
              <a:pPr marL="628650" lvl="1" indent="-171450" algn="l" fontAlgn="base">
                <a:spcBef>
                  <a:spcPts val="300"/>
                </a:spcBef>
                <a:spcAft>
                  <a:spcPts val="300"/>
                </a:spcAft>
                <a:buFont typeface="Wingdings" pitchFamily="2" charset="2"/>
                <a:buChar char="§"/>
              </a:pPr>
              <a:r>
                <a:rPr lang="en-GB" sz="110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"Context Sphere": A new data construct representing a user's complete online </a:t>
              </a:r>
              <a:r>
                <a:rPr lang="en-GB" sz="1100" b="0" i="0" dirty="0" err="1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behavior</a:t>
              </a:r>
              <a:r>
                <a:rPr lang="en-GB" sz="110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and interactions.</a:t>
              </a:r>
            </a:p>
            <a:p>
              <a:pPr marL="628650" lvl="1" indent="-171450" algn="l" fontAlgn="base">
                <a:spcBef>
                  <a:spcPts val="300"/>
                </a:spcBef>
                <a:spcAft>
                  <a:spcPts val="300"/>
                </a:spcAft>
                <a:buFont typeface="Wingdings" pitchFamily="2" charset="2"/>
                <a:buChar char="§"/>
              </a:pPr>
              <a:r>
                <a:rPr lang="en-GB" sz="110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LLM Adaptation: Demonstrates how to use LLMs for nuanced, context-sensitive emotion analysis.</a:t>
              </a:r>
            </a:p>
            <a:p>
              <a:pPr marL="628650" lvl="1" indent="-171450" algn="l" fontAlgn="base">
                <a:spcBef>
                  <a:spcPts val="300"/>
                </a:spcBef>
                <a:spcAft>
                  <a:spcPts val="300"/>
                </a:spcAft>
                <a:buFont typeface="Wingdings" pitchFamily="2" charset="2"/>
                <a:buChar char="§"/>
              </a:pPr>
              <a:r>
                <a:rPr lang="en-GB" sz="110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Focus: Content moderation and personalized systems.</a:t>
              </a:r>
            </a:p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endParaRPr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7087112" y="18327408"/>
            <a:ext cx="6327775" cy="14182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l">
              <a:lnSpc>
                <a:spcPct val="102400"/>
              </a:lnSpc>
              <a:spcBef>
                <a:spcPts val="95"/>
              </a:spcBef>
              <a:tabLst>
                <a:tab pos="103505" algn="l"/>
              </a:tabLst>
            </a:pPr>
            <a:r>
              <a:rPr lang="en-GB" sz="550" dirty="0">
                <a:latin typeface="Roboto"/>
                <a:cs typeface="Roboto"/>
              </a:rPr>
              <a:t>[1] Lisa Feldman Barrett. 2017. How Emotions Are Made: The Secret Life of the Brain. Pan Macmillan. https://</a:t>
            </a:r>
            <a:r>
              <a:rPr lang="en-GB" sz="550" dirty="0" err="1">
                <a:latin typeface="Roboto"/>
                <a:cs typeface="Roboto"/>
              </a:rPr>
              <a:t>books.google.at</a:t>
            </a:r>
            <a:r>
              <a:rPr lang="en-GB" sz="550" dirty="0">
                <a:latin typeface="Roboto"/>
                <a:cs typeface="Roboto"/>
              </a:rPr>
              <a:t>/</a:t>
            </a:r>
            <a:r>
              <a:rPr lang="en-GB" sz="550" dirty="0" err="1">
                <a:latin typeface="Roboto"/>
                <a:cs typeface="Roboto"/>
              </a:rPr>
              <a:t>books?id</a:t>
            </a:r>
            <a:r>
              <a:rPr lang="en-GB" sz="550" dirty="0">
                <a:latin typeface="Roboto"/>
                <a:cs typeface="Roboto"/>
              </a:rPr>
              <a:t>=</a:t>
            </a:r>
            <a:r>
              <a:rPr lang="en-GB" sz="550" dirty="0" err="1">
                <a:latin typeface="Roboto"/>
                <a:cs typeface="Roboto"/>
              </a:rPr>
              <a:t>vjIvDQAAQBAJ</a:t>
            </a:r>
            <a:r>
              <a:rPr lang="en-GB" sz="550" dirty="0">
                <a:latin typeface="Roboto"/>
                <a:cs typeface="Roboto"/>
              </a:rPr>
              <a:t> Google-Books-ID: </a:t>
            </a:r>
            <a:r>
              <a:rPr lang="en-GB" sz="550" dirty="0" err="1">
                <a:latin typeface="Roboto"/>
                <a:cs typeface="Roboto"/>
              </a:rPr>
              <a:t>vjIvDQAAQBAJ</a:t>
            </a:r>
            <a:r>
              <a:rPr lang="en-GB" sz="550" dirty="0">
                <a:latin typeface="Roboto"/>
                <a:cs typeface="Roboto"/>
              </a:rPr>
              <a:t>.</a:t>
            </a:r>
          </a:p>
          <a:p>
            <a:pPr marL="12700" marR="5080" algn="l">
              <a:lnSpc>
                <a:spcPct val="102400"/>
              </a:lnSpc>
              <a:spcBef>
                <a:spcPts val="95"/>
              </a:spcBef>
              <a:tabLst>
                <a:tab pos="103505" algn="l"/>
              </a:tabLst>
            </a:pPr>
            <a:r>
              <a:rPr lang="en-GB" sz="550" dirty="0">
                <a:latin typeface="Roboto"/>
                <a:cs typeface="Roboto"/>
              </a:rPr>
              <a:t>[2] Lisa Feldman Barrett. 2022. Context reconsidered: Complex signal ensembles, relational meaning, and population thinking in psychological science. American Psychologist 77, 8 (Nov. 2022), 894–920. doi:10.1037/amp0001054</a:t>
            </a:r>
          </a:p>
          <a:p>
            <a:pPr marL="12700" marR="5080" algn="l">
              <a:lnSpc>
                <a:spcPct val="102400"/>
              </a:lnSpc>
              <a:spcBef>
                <a:spcPts val="95"/>
              </a:spcBef>
              <a:tabLst>
                <a:tab pos="103505" algn="l"/>
              </a:tabLst>
            </a:pPr>
            <a:r>
              <a:rPr lang="en-GB" sz="550" dirty="0">
                <a:latin typeface="Roboto"/>
                <a:cs typeface="Roboto"/>
              </a:rPr>
              <a:t>[3] Lisa Feldman Barrett and Christiana Westlin. 2021. Navigating the science of emotion. In Emotion measurement. Elsevier, 39–84.</a:t>
            </a:r>
          </a:p>
          <a:p>
            <a:pPr marL="12700" marR="5080" algn="l">
              <a:lnSpc>
                <a:spcPct val="102400"/>
              </a:lnSpc>
              <a:spcBef>
                <a:spcPts val="95"/>
              </a:spcBef>
              <a:tabLst>
                <a:tab pos="103505" algn="l"/>
              </a:tabLst>
            </a:pPr>
            <a:r>
              <a:rPr lang="en-GB" sz="550" dirty="0">
                <a:latin typeface="Roboto"/>
                <a:cs typeface="Roboto"/>
              </a:rPr>
              <a:t>[4] Elijah </a:t>
            </a:r>
            <a:r>
              <a:rPr lang="en-GB" sz="550" dirty="0" err="1">
                <a:latin typeface="Roboto"/>
                <a:cs typeface="Roboto"/>
              </a:rPr>
              <a:t>Berberette</a:t>
            </a:r>
            <a:r>
              <a:rPr lang="en-GB" sz="550" dirty="0">
                <a:latin typeface="Roboto"/>
                <a:cs typeface="Roboto"/>
              </a:rPr>
              <a:t>, Jack Hutchins, and Amir </a:t>
            </a:r>
            <a:r>
              <a:rPr lang="en-GB" sz="550" dirty="0" err="1">
                <a:latin typeface="Roboto"/>
                <a:cs typeface="Roboto"/>
              </a:rPr>
              <a:t>Sadovnik</a:t>
            </a:r>
            <a:r>
              <a:rPr lang="en-GB" sz="550" dirty="0">
                <a:latin typeface="Roboto"/>
                <a:cs typeface="Roboto"/>
              </a:rPr>
              <a:t>. 2024. Redefining "Hallucination" in LLMs: Towards a psychology-informed framework for mitigating misinformation. doi:10.48550/arXiv.2402.01769 arXiv:2402.01769 [cs] version: 1.</a:t>
            </a:r>
          </a:p>
          <a:p>
            <a:pPr marL="12700" marR="5080" algn="l">
              <a:lnSpc>
                <a:spcPct val="102400"/>
              </a:lnSpc>
              <a:spcBef>
                <a:spcPts val="95"/>
              </a:spcBef>
              <a:tabLst>
                <a:tab pos="103505" algn="l"/>
              </a:tabLst>
            </a:pPr>
            <a:r>
              <a:rPr lang="en-GB" sz="550" dirty="0">
                <a:latin typeface="Roboto"/>
                <a:cs typeface="Roboto"/>
              </a:rPr>
              <a:t>[5] Kate Crawford. 2021. The Atlas of AI: Power, Politics, and the Planetary Costs of Artificial Intelligence.</a:t>
            </a:r>
          </a:p>
          <a:p>
            <a:pPr marL="12700" marR="5080" algn="l">
              <a:lnSpc>
                <a:spcPct val="102400"/>
              </a:lnSpc>
              <a:spcBef>
                <a:spcPts val="95"/>
              </a:spcBef>
              <a:tabLst>
                <a:tab pos="103505" algn="l"/>
              </a:tabLst>
            </a:pPr>
            <a:r>
              <a:rPr lang="en-GB" sz="550" dirty="0">
                <a:latin typeface="Roboto"/>
                <a:cs typeface="Roboto"/>
              </a:rPr>
              <a:t>[6] Paul Ekman and Wallace V. Friesen. 1971. Constants across cultures in the face and emotion. Journal of Personality and Social Psychology 17, 2 (1971), 124–129. doi:10.1037/h0030377 Place: US Publisher: American Psychological Association.</a:t>
            </a:r>
          </a:p>
          <a:p>
            <a:pPr marL="12700" marR="5080" algn="l">
              <a:lnSpc>
                <a:spcPct val="102400"/>
              </a:lnSpc>
              <a:spcBef>
                <a:spcPts val="95"/>
              </a:spcBef>
              <a:tabLst>
                <a:tab pos="103505" algn="l"/>
              </a:tabLst>
            </a:pPr>
            <a:r>
              <a:rPr lang="en-GB" sz="550" dirty="0">
                <a:latin typeface="Roboto"/>
                <a:cs typeface="Roboto"/>
              </a:rPr>
              <a:t>[7] </a:t>
            </a:r>
            <a:r>
              <a:rPr lang="en-GB" sz="550" dirty="0" err="1">
                <a:latin typeface="Roboto"/>
                <a:cs typeface="Roboto"/>
              </a:rPr>
              <a:t>Aobo</a:t>
            </a:r>
            <a:r>
              <a:rPr lang="en-GB" sz="550" dirty="0">
                <a:latin typeface="Roboto"/>
                <a:cs typeface="Roboto"/>
              </a:rPr>
              <a:t> Kong, </a:t>
            </a:r>
            <a:r>
              <a:rPr lang="en-GB" sz="550" dirty="0" err="1">
                <a:latin typeface="Roboto"/>
                <a:cs typeface="Roboto"/>
              </a:rPr>
              <a:t>Shiwan</a:t>
            </a:r>
            <a:r>
              <a:rPr lang="en-GB" sz="550" dirty="0">
                <a:latin typeface="Roboto"/>
                <a:cs typeface="Roboto"/>
              </a:rPr>
              <a:t> Zhao, Hao Chen, </a:t>
            </a:r>
            <a:r>
              <a:rPr lang="en-GB" sz="550" dirty="0" err="1">
                <a:latin typeface="Roboto"/>
                <a:cs typeface="Roboto"/>
              </a:rPr>
              <a:t>Qicheng</a:t>
            </a:r>
            <a:r>
              <a:rPr lang="en-GB" sz="550" dirty="0">
                <a:latin typeface="Roboto"/>
                <a:cs typeface="Roboto"/>
              </a:rPr>
              <a:t> Li, Yong Qin, </a:t>
            </a:r>
            <a:r>
              <a:rPr lang="en-GB" sz="550" dirty="0" err="1">
                <a:latin typeface="Roboto"/>
                <a:cs typeface="Roboto"/>
              </a:rPr>
              <a:t>Ruiqi</a:t>
            </a:r>
            <a:r>
              <a:rPr lang="en-GB" sz="550" dirty="0">
                <a:latin typeface="Roboto"/>
                <a:cs typeface="Roboto"/>
              </a:rPr>
              <a:t> Sun, Xin Zhou, </a:t>
            </a:r>
            <a:r>
              <a:rPr lang="en-GB" sz="550" dirty="0" err="1">
                <a:latin typeface="Roboto"/>
                <a:cs typeface="Roboto"/>
              </a:rPr>
              <a:t>Enzhi</a:t>
            </a:r>
            <a:r>
              <a:rPr lang="en-GB" sz="550" dirty="0">
                <a:latin typeface="Roboto"/>
                <a:cs typeface="Roboto"/>
              </a:rPr>
              <a:t> Wang, and </a:t>
            </a:r>
            <a:r>
              <a:rPr lang="en-GB" sz="550" dirty="0" err="1">
                <a:latin typeface="Roboto"/>
                <a:cs typeface="Roboto"/>
              </a:rPr>
              <a:t>Xiaohang</a:t>
            </a:r>
            <a:r>
              <a:rPr lang="en-GB" sz="550" dirty="0">
                <a:latin typeface="Roboto"/>
                <a:cs typeface="Roboto"/>
              </a:rPr>
              <a:t> Dong. 2024. Better Zero-Shot Reasoning with Role-Play Prompting. doi:10.48550/arXiv.2308.07702 arXiv:2308.07702 [cs].</a:t>
            </a:r>
          </a:p>
          <a:p>
            <a:pPr marL="12700" marR="5080" algn="l">
              <a:lnSpc>
                <a:spcPct val="102400"/>
              </a:lnSpc>
              <a:spcBef>
                <a:spcPts val="95"/>
              </a:spcBef>
              <a:tabLst>
                <a:tab pos="103505" algn="l"/>
              </a:tabLst>
            </a:pPr>
            <a:r>
              <a:rPr lang="en-GB" sz="550" dirty="0">
                <a:latin typeface="Roboto"/>
                <a:cs typeface="Roboto"/>
              </a:rPr>
              <a:t>[8] Hannes </a:t>
            </a:r>
            <a:r>
              <a:rPr lang="en-GB" sz="550" dirty="0" err="1">
                <a:latin typeface="Roboto"/>
                <a:cs typeface="Roboto"/>
              </a:rPr>
              <a:t>Werthner</a:t>
            </a:r>
            <a:r>
              <a:rPr lang="en-GB" sz="550" dirty="0">
                <a:latin typeface="Roboto"/>
                <a:cs typeface="Roboto"/>
              </a:rPr>
              <a:t>. 2024. Digital Transformation, Digital Humanism: What Needs to Be Done. Hannes </a:t>
            </a:r>
            <a:r>
              <a:rPr lang="en-GB" sz="550" dirty="0" err="1">
                <a:latin typeface="Roboto"/>
                <a:cs typeface="Roboto"/>
              </a:rPr>
              <a:t>Werthner</a:t>
            </a:r>
            <a:r>
              <a:rPr lang="en-GB" sz="550" dirty="0">
                <a:latin typeface="Roboto"/>
                <a:cs typeface="Roboto"/>
              </a:rPr>
              <a:t>· Carlo Ghezzi· Jeff Kramer· Julian Nida-</a:t>
            </a:r>
            <a:r>
              <a:rPr lang="en-GB" sz="550" dirty="0" err="1">
                <a:latin typeface="Roboto"/>
                <a:cs typeface="Roboto"/>
              </a:rPr>
              <a:t>Rümelin</a:t>
            </a:r>
            <a:r>
              <a:rPr lang="en-GB" sz="550" dirty="0">
                <a:latin typeface="Roboto"/>
                <a:cs typeface="Roboto"/>
              </a:rPr>
              <a:t> Bashar </a:t>
            </a:r>
            <a:r>
              <a:rPr lang="en-GB" sz="550" dirty="0" err="1">
                <a:latin typeface="Roboto"/>
                <a:cs typeface="Roboto"/>
              </a:rPr>
              <a:t>Nuseibeh</a:t>
            </a:r>
            <a:r>
              <a:rPr lang="en-GB" sz="550" dirty="0">
                <a:latin typeface="Roboto"/>
                <a:cs typeface="Roboto"/>
              </a:rPr>
              <a:t>· Erich Prem· (2024), 115.</a:t>
            </a:r>
          </a:p>
          <a:p>
            <a:pPr marL="12700" marR="5080" algn="l">
              <a:lnSpc>
                <a:spcPct val="102400"/>
              </a:lnSpc>
              <a:spcBef>
                <a:spcPts val="95"/>
              </a:spcBef>
              <a:tabLst>
                <a:tab pos="103505" algn="l"/>
              </a:tabLst>
            </a:pPr>
            <a:r>
              <a:rPr lang="en-GB" sz="550" dirty="0">
                <a:latin typeface="Roboto"/>
                <a:cs typeface="Roboto"/>
              </a:rPr>
              <a:t>[9] Yifan Zhang, Yang Yuan, and Andrew Chi-Chih Yao. 2024. Meta Prompting for AI Systems. doi:10.48550/arXiv.2311.11482 arXiv:2311.11482 [cs].</a:t>
            </a:r>
          </a:p>
          <a:p>
            <a:pPr marL="12700" marR="5080" algn="l">
              <a:lnSpc>
                <a:spcPct val="102400"/>
              </a:lnSpc>
              <a:spcBef>
                <a:spcPts val="95"/>
              </a:spcBef>
              <a:tabLst>
                <a:tab pos="103505" algn="l"/>
              </a:tabLst>
            </a:pPr>
            <a:r>
              <a:rPr lang="en-GB" sz="550" dirty="0">
                <a:latin typeface="Roboto"/>
                <a:cs typeface="Roboto"/>
              </a:rPr>
              <a:t>[10] </a:t>
            </a:r>
            <a:r>
              <a:rPr lang="en-GB" sz="550" dirty="0" err="1">
                <a:latin typeface="Roboto"/>
                <a:cs typeface="Roboto"/>
              </a:rPr>
              <a:t>Lianmin</a:t>
            </a:r>
            <a:r>
              <a:rPr lang="en-GB" sz="550" dirty="0">
                <a:latin typeface="Roboto"/>
                <a:cs typeface="Roboto"/>
              </a:rPr>
              <a:t> Zheng, Wei-Lin Chiang, Ying Sheng, </a:t>
            </a:r>
            <a:r>
              <a:rPr lang="en-GB" sz="550" dirty="0" err="1">
                <a:latin typeface="Roboto"/>
                <a:cs typeface="Roboto"/>
              </a:rPr>
              <a:t>Siyuan</a:t>
            </a:r>
            <a:r>
              <a:rPr lang="en-GB" sz="550" dirty="0">
                <a:latin typeface="Roboto"/>
                <a:cs typeface="Roboto"/>
              </a:rPr>
              <a:t> Zhuang, </a:t>
            </a:r>
            <a:r>
              <a:rPr lang="en-GB" sz="550" dirty="0" err="1">
                <a:latin typeface="Roboto"/>
                <a:cs typeface="Roboto"/>
              </a:rPr>
              <a:t>Zhanghao</a:t>
            </a:r>
            <a:r>
              <a:rPr lang="en-GB" sz="550" dirty="0">
                <a:latin typeface="Roboto"/>
                <a:cs typeface="Roboto"/>
              </a:rPr>
              <a:t> Wu, </a:t>
            </a:r>
            <a:r>
              <a:rPr lang="en-GB" sz="550" dirty="0" err="1">
                <a:latin typeface="Roboto"/>
                <a:cs typeface="Roboto"/>
              </a:rPr>
              <a:t>Yonghao</a:t>
            </a:r>
            <a:r>
              <a:rPr lang="en-GB" sz="550" dirty="0">
                <a:latin typeface="Roboto"/>
                <a:cs typeface="Roboto"/>
              </a:rPr>
              <a:t> Zhuang, Zi Lin, </a:t>
            </a:r>
            <a:r>
              <a:rPr lang="en-GB" sz="550" dirty="0" err="1">
                <a:latin typeface="Roboto"/>
                <a:cs typeface="Roboto"/>
              </a:rPr>
              <a:t>Zhuohan</a:t>
            </a:r>
            <a:r>
              <a:rPr lang="en-GB" sz="550" dirty="0">
                <a:latin typeface="Roboto"/>
                <a:cs typeface="Roboto"/>
              </a:rPr>
              <a:t> Li, </a:t>
            </a:r>
            <a:r>
              <a:rPr lang="en-GB" sz="550" dirty="0" err="1">
                <a:latin typeface="Roboto"/>
                <a:cs typeface="Roboto"/>
              </a:rPr>
              <a:t>Dacheng</a:t>
            </a:r>
            <a:r>
              <a:rPr lang="en-GB" sz="550" dirty="0">
                <a:latin typeface="Roboto"/>
                <a:cs typeface="Roboto"/>
              </a:rPr>
              <a:t> Li, Eric P. Xing, Hao Zhang, Joseph E. Gonzalez, and Ion Stoica. 2023. Judging LLM-as-a-Judge with MT-Bench and Chatbot Arena. doi:10.48550/arXiv.2306.05685 arXiv:2306.05685 [cs].</a:t>
            </a:r>
            <a:endParaRPr sz="550" dirty="0">
              <a:latin typeface="Roboto"/>
              <a:cs typeface="Roboto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926370" y="18252000"/>
            <a:ext cx="2679700" cy="13289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2800"/>
              </a:lnSpc>
              <a:spcBef>
                <a:spcPts val="95"/>
              </a:spcBef>
            </a:pPr>
            <a:r>
              <a:rPr lang="de-DE" sz="1100" b="1" dirty="0">
                <a:solidFill>
                  <a:srgbClr val="231F20"/>
                </a:solidFill>
                <a:latin typeface="Arial"/>
                <a:cs typeface="Arial"/>
              </a:rPr>
              <a:t>Nils Klüwer</a:t>
            </a:r>
          </a:p>
          <a:p>
            <a:pPr marL="12700" marR="5080">
              <a:lnSpc>
                <a:spcPct val="152800"/>
              </a:lnSpc>
              <a:spcBef>
                <a:spcPts val="95"/>
              </a:spcBef>
            </a:pPr>
            <a:r>
              <a:rPr lang="en-GB" sz="1100" spc="-10" dirty="0">
                <a:solidFill>
                  <a:srgbClr val="231F20"/>
                </a:solidFill>
                <a:latin typeface="Roboto"/>
                <a:cs typeface="Roboto"/>
              </a:rPr>
              <a:t>e12229263@student.tuwien.ac.at</a:t>
            </a:r>
          </a:p>
          <a:p>
            <a:pPr marL="12700" marR="5080">
              <a:lnSpc>
                <a:spcPct val="152800"/>
              </a:lnSpc>
              <a:spcBef>
                <a:spcPts val="95"/>
              </a:spcBef>
            </a:pPr>
            <a:r>
              <a:rPr lang="en-GB" sz="1100" dirty="0">
                <a:solidFill>
                  <a:srgbClr val="231F20"/>
                </a:solidFill>
                <a:latin typeface="Roboto"/>
                <a:cs typeface="Roboto"/>
              </a:rPr>
              <a:t>www.linkedin.com/in/nilsklue/</a:t>
            </a:r>
            <a:r>
              <a:rPr lang="en-GB" sz="1100" spc="-1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</a:p>
          <a:p>
            <a:pPr marL="12700" marR="5080">
              <a:lnSpc>
                <a:spcPct val="152800"/>
              </a:lnSpc>
              <a:spcBef>
                <a:spcPts val="95"/>
              </a:spcBef>
            </a:pPr>
            <a:r>
              <a:rPr lang="en-GB" sz="1100" b="1" spc="-10" dirty="0">
                <a:solidFill>
                  <a:srgbClr val="231F20"/>
                </a:solidFill>
                <a:latin typeface="Roboto"/>
                <a:cs typeface="Roboto"/>
              </a:rPr>
              <a:t>Irina </a:t>
            </a:r>
            <a:r>
              <a:rPr lang="en-GB" sz="1100" b="1" spc="-10" dirty="0" err="1">
                <a:solidFill>
                  <a:srgbClr val="231F20"/>
                </a:solidFill>
                <a:latin typeface="Roboto"/>
                <a:cs typeface="Roboto"/>
              </a:rPr>
              <a:t>Nalis</a:t>
            </a:r>
            <a:r>
              <a:rPr lang="en-GB" sz="1100" b="1" spc="-10" dirty="0">
                <a:solidFill>
                  <a:srgbClr val="231F20"/>
                </a:solidFill>
                <a:latin typeface="Roboto"/>
                <a:cs typeface="Roboto"/>
              </a:rPr>
              <a:t>-Neuner</a:t>
            </a:r>
          </a:p>
          <a:p>
            <a:pPr marL="12700" marR="5080">
              <a:lnSpc>
                <a:spcPct val="152800"/>
              </a:lnSpc>
              <a:spcBef>
                <a:spcPts val="95"/>
              </a:spcBef>
            </a:pPr>
            <a:r>
              <a:rPr lang="en-GB" sz="1100" dirty="0" err="1">
                <a:solidFill>
                  <a:srgbClr val="231F20"/>
                </a:solidFill>
                <a:latin typeface="Roboto"/>
                <a:cs typeface="Roboto"/>
              </a:rPr>
              <a:t>recsys-lab.at</a:t>
            </a:r>
            <a:r>
              <a:rPr lang="en-GB" sz="1100" dirty="0">
                <a:solidFill>
                  <a:srgbClr val="231F20"/>
                </a:solidFill>
                <a:latin typeface="Roboto"/>
                <a:cs typeface="Roboto"/>
              </a:rPr>
              <a:t>/team/</a:t>
            </a:r>
            <a:r>
              <a:rPr lang="en-GB" sz="1100" dirty="0" err="1">
                <a:solidFill>
                  <a:srgbClr val="231F20"/>
                </a:solidFill>
                <a:latin typeface="Roboto"/>
                <a:cs typeface="Roboto"/>
              </a:rPr>
              <a:t>irina-nalis-neuner</a:t>
            </a:r>
            <a:r>
              <a:rPr lang="en-GB" sz="1100" dirty="0">
                <a:solidFill>
                  <a:srgbClr val="231F20"/>
                </a:solidFill>
                <a:latin typeface="Roboto"/>
                <a:cs typeface="Roboto"/>
              </a:rPr>
              <a:t>/</a:t>
            </a:r>
            <a:endParaRPr lang="en-GB" sz="1100" dirty="0">
              <a:latin typeface="Roboto"/>
              <a:cs typeface="Roboto"/>
            </a:endParaRPr>
          </a:p>
        </p:txBody>
      </p:sp>
      <p:sp>
        <p:nvSpPr>
          <p:cNvPr id="168" name="object 13">
            <a:extLst>
              <a:ext uri="{FF2B5EF4-FFF2-40B4-BE49-F238E27FC236}">
                <a16:creationId xmlns:a16="http://schemas.microsoft.com/office/drawing/2014/main" id="{5E408B32-4EC3-9D49-293E-CA5DCF3F7DEA}"/>
              </a:ext>
            </a:extLst>
          </p:cNvPr>
          <p:cNvSpPr/>
          <p:nvPr/>
        </p:nvSpPr>
        <p:spPr>
          <a:xfrm>
            <a:off x="7073557" y="6029690"/>
            <a:ext cx="6650922" cy="2223055"/>
          </a:xfrm>
          <a:custGeom>
            <a:avLst/>
            <a:gdLst/>
            <a:ahLst/>
            <a:cxnLst/>
            <a:rect l="l" t="t" r="r" b="b"/>
            <a:pathLst>
              <a:path w="6249670" h="2458084">
                <a:moveTo>
                  <a:pt x="6249070" y="0"/>
                </a:moveTo>
                <a:lnTo>
                  <a:pt x="0" y="0"/>
                </a:lnTo>
                <a:lnTo>
                  <a:pt x="0" y="2457540"/>
                </a:lnTo>
                <a:lnTo>
                  <a:pt x="6249070" y="2457540"/>
                </a:lnTo>
                <a:lnTo>
                  <a:pt x="6249070" y="0"/>
                </a:lnTo>
                <a:close/>
              </a:path>
            </a:pathLst>
          </a:custGeom>
          <a:solidFill>
            <a:srgbClr val="D6DCD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8" name="object 21">
            <a:extLst>
              <a:ext uri="{FF2B5EF4-FFF2-40B4-BE49-F238E27FC236}">
                <a16:creationId xmlns:a16="http://schemas.microsoft.com/office/drawing/2014/main" id="{B516BBB7-C8F5-2AFB-FF7F-5F026B16786D}"/>
              </a:ext>
            </a:extLst>
          </p:cNvPr>
          <p:cNvSpPr/>
          <p:nvPr/>
        </p:nvSpPr>
        <p:spPr>
          <a:xfrm>
            <a:off x="3753429" y="18371731"/>
            <a:ext cx="1344825" cy="1159910"/>
          </a:xfrm>
          <a:custGeom>
            <a:avLst/>
            <a:gdLst/>
            <a:ahLst/>
            <a:cxnLst/>
            <a:rect l="l" t="t" r="r" b="b"/>
            <a:pathLst>
              <a:path w="13323569" h="1840230">
                <a:moveTo>
                  <a:pt x="13323295" y="0"/>
                </a:moveTo>
                <a:lnTo>
                  <a:pt x="0" y="0"/>
                </a:lnTo>
                <a:lnTo>
                  <a:pt x="0" y="1839891"/>
                </a:lnTo>
                <a:lnTo>
                  <a:pt x="13323295" y="1839891"/>
                </a:lnTo>
                <a:lnTo>
                  <a:pt x="13323295" y="0"/>
                </a:lnTo>
                <a:close/>
              </a:path>
            </a:pathLst>
          </a:custGeom>
          <a:solidFill>
            <a:srgbClr val="D6DCD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/>
          <p:cNvSpPr txBox="1"/>
          <p:nvPr/>
        </p:nvSpPr>
        <p:spPr>
          <a:xfrm>
            <a:off x="3559830" y="18868787"/>
            <a:ext cx="1483424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de-DE" sz="1100" dirty="0" err="1">
                <a:solidFill>
                  <a:srgbClr val="231F20"/>
                </a:solidFill>
                <a:latin typeface="Roboto"/>
                <a:cs typeface="Roboto"/>
              </a:rPr>
              <a:t>Acknowledgement</a:t>
            </a:r>
            <a:r>
              <a:rPr sz="1100" spc="-25" dirty="0">
                <a:solidFill>
                  <a:srgbClr val="231F20"/>
                </a:solidFill>
                <a:latin typeface="Roboto"/>
                <a:cs typeface="Roboto"/>
              </a:rPr>
              <a:t>:</a:t>
            </a:r>
            <a:endParaRPr sz="1100" dirty="0">
              <a:latin typeface="Roboto"/>
              <a:cs typeface="Roboto"/>
            </a:endParaRPr>
          </a:p>
        </p:txBody>
      </p:sp>
      <p:pic>
        <p:nvPicPr>
          <p:cNvPr id="150" name="Graphic 149">
            <a:extLst>
              <a:ext uri="{FF2B5EF4-FFF2-40B4-BE49-F238E27FC236}">
                <a16:creationId xmlns:a16="http://schemas.microsoft.com/office/drawing/2014/main" id="{4CC4DFB2-AA4E-17EC-8727-2CEF0BC835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9355" y="18950513"/>
            <a:ext cx="1686162" cy="685896"/>
          </a:xfrm>
          <a:prstGeom prst="rect">
            <a:avLst/>
          </a:prstGeom>
        </p:spPr>
      </p:pic>
      <p:sp>
        <p:nvSpPr>
          <p:cNvPr id="151" name="object 145">
            <a:extLst>
              <a:ext uri="{FF2B5EF4-FFF2-40B4-BE49-F238E27FC236}">
                <a16:creationId xmlns:a16="http://schemas.microsoft.com/office/drawing/2014/main" id="{CE8F4B0F-C77F-F3E7-9BE5-7320F191C13C}"/>
              </a:ext>
            </a:extLst>
          </p:cNvPr>
          <p:cNvSpPr txBox="1"/>
          <p:nvPr/>
        </p:nvSpPr>
        <p:spPr>
          <a:xfrm>
            <a:off x="3413815" y="18251820"/>
            <a:ext cx="2679700" cy="5135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2800"/>
              </a:lnSpc>
              <a:spcBef>
                <a:spcPts val="95"/>
              </a:spcBef>
            </a:pPr>
            <a:r>
              <a:rPr lang="de-DE" sz="1100" b="1" dirty="0">
                <a:solidFill>
                  <a:srgbClr val="231F20"/>
                </a:solidFill>
                <a:latin typeface="Arial"/>
                <a:cs typeface="Arial"/>
              </a:rPr>
              <a:t>Julia Neidhardt</a:t>
            </a:r>
          </a:p>
          <a:p>
            <a:pPr marL="12700" marR="5080">
              <a:lnSpc>
                <a:spcPct val="152800"/>
              </a:lnSpc>
              <a:spcBef>
                <a:spcPts val="95"/>
              </a:spcBef>
            </a:pPr>
            <a:r>
              <a:rPr lang="en-GB" sz="1100" dirty="0" err="1">
                <a:solidFill>
                  <a:srgbClr val="231F20"/>
                </a:solidFill>
                <a:latin typeface="Roboto"/>
                <a:cs typeface="Roboto"/>
              </a:rPr>
              <a:t>recsys-lab.at</a:t>
            </a:r>
            <a:r>
              <a:rPr lang="en-GB" sz="1100" dirty="0">
                <a:solidFill>
                  <a:srgbClr val="231F20"/>
                </a:solidFill>
                <a:latin typeface="Roboto"/>
                <a:cs typeface="Roboto"/>
              </a:rPr>
              <a:t>/team/</a:t>
            </a:r>
            <a:r>
              <a:rPr lang="en-GB" sz="1100" dirty="0" err="1">
                <a:solidFill>
                  <a:srgbClr val="231F20"/>
                </a:solidFill>
                <a:latin typeface="Roboto"/>
                <a:cs typeface="Roboto"/>
              </a:rPr>
              <a:t>julia-neidhardt</a:t>
            </a:r>
            <a:r>
              <a:rPr lang="en-GB" sz="1100" dirty="0">
                <a:solidFill>
                  <a:srgbClr val="231F20"/>
                </a:solidFill>
                <a:latin typeface="Roboto"/>
                <a:cs typeface="Roboto"/>
              </a:rPr>
              <a:t>/</a:t>
            </a:r>
            <a:endParaRPr lang="en-GB" sz="1100" dirty="0">
              <a:latin typeface="Roboto"/>
              <a:cs typeface="Roboto"/>
            </a:endParaRPr>
          </a:p>
        </p:txBody>
      </p:sp>
      <p:pic>
        <p:nvPicPr>
          <p:cNvPr id="152" name="object 86">
            <a:extLst>
              <a:ext uri="{FF2B5EF4-FFF2-40B4-BE49-F238E27FC236}">
                <a16:creationId xmlns:a16="http://schemas.microsoft.com/office/drawing/2014/main" id="{BE52B8D1-A901-1CD4-0462-7E931E464E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1543" y="18251820"/>
            <a:ext cx="337804" cy="325293"/>
          </a:xfrm>
          <a:prstGeom prst="rect">
            <a:avLst/>
          </a:prstGeom>
        </p:spPr>
      </p:pic>
      <p:pic>
        <p:nvPicPr>
          <p:cNvPr id="153" name="object 87">
            <a:extLst>
              <a:ext uri="{FF2B5EF4-FFF2-40B4-BE49-F238E27FC236}">
                <a16:creationId xmlns:a16="http://schemas.microsoft.com/office/drawing/2014/main" id="{3BACEDF2-5A1F-BFD7-DA11-3FBC33A57AD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827" y="19344669"/>
            <a:ext cx="337804" cy="337803"/>
          </a:xfrm>
          <a:prstGeom prst="rect">
            <a:avLst/>
          </a:prstGeom>
        </p:spPr>
      </p:pic>
      <p:pic>
        <p:nvPicPr>
          <p:cNvPr id="154" name="object 87">
            <a:extLst>
              <a:ext uri="{FF2B5EF4-FFF2-40B4-BE49-F238E27FC236}">
                <a16:creationId xmlns:a16="http://schemas.microsoft.com/office/drawing/2014/main" id="{5821E609-C496-1049-C21B-80FF15FF0F8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4280" y="18508589"/>
            <a:ext cx="337804" cy="337803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579E7287-4CDD-0C8B-2952-D2350A1A25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8172" y="3629807"/>
            <a:ext cx="7003597" cy="2121421"/>
          </a:xfrm>
          <a:prstGeom prst="rect">
            <a:avLst/>
          </a:prstGeom>
        </p:spPr>
      </p:pic>
      <p:sp>
        <p:nvSpPr>
          <p:cNvPr id="169" name="object 14">
            <a:extLst>
              <a:ext uri="{FF2B5EF4-FFF2-40B4-BE49-F238E27FC236}">
                <a16:creationId xmlns:a16="http://schemas.microsoft.com/office/drawing/2014/main" id="{9877D997-5E96-775B-D41A-ADF1397BCF85}"/>
              </a:ext>
            </a:extLst>
          </p:cNvPr>
          <p:cNvSpPr/>
          <p:nvPr/>
        </p:nvSpPr>
        <p:spPr>
          <a:xfrm>
            <a:off x="11231911" y="5837664"/>
            <a:ext cx="2492375" cy="384175"/>
          </a:xfrm>
          <a:custGeom>
            <a:avLst/>
            <a:gdLst/>
            <a:ahLst/>
            <a:cxnLst/>
            <a:rect l="l" t="t" r="r" b="b"/>
            <a:pathLst>
              <a:path w="2492375" h="384175">
                <a:moveTo>
                  <a:pt x="2491969" y="0"/>
                </a:moveTo>
                <a:lnTo>
                  <a:pt x="0" y="0"/>
                </a:lnTo>
                <a:lnTo>
                  <a:pt x="0" y="384044"/>
                </a:lnTo>
                <a:lnTo>
                  <a:pt x="2491969" y="384044"/>
                </a:lnTo>
                <a:lnTo>
                  <a:pt x="2491969" y="0"/>
                </a:lnTo>
                <a:close/>
              </a:path>
            </a:pathLst>
          </a:custGeom>
          <a:solidFill>
            <a:srgbClr val="D61F2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GB" sz="1800" spc="10" dirty="0">
                <a:solidFill>
                  <a:schemeClr val="bg1"/>
                </a:solidFill>
                <a:latin typeface="Arial"/>
                <a:cs typeface="Arial"/>
              </a:rPr>
              <a:t>Methodology</a:t>
            </a:r>
            <a:endParaRPr lang="de-DE" sz="1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70" name="object 97">
            <a:extLst>
              <a:ext uri="{FF2B5EF4-FFF2-40B4-BE49-F238E27FC236}">
                <a16:creationId xmlns:a16="http://schemas.microsoft.com/office/drawing/2014/main" id="{1851A083-1074-97D4-2210-181EB372A1E4}"/>
              </a:ext>
            </a:extLst>
          </p:cNvPr>
          <p:cNvSpPr txBox="1"/>
          <p:nvPr/>
        </p:nvSpPr>
        <p:spPr>
          <a:xfrm>
            <a:off x="7223751" y="6505475"/>
            <a:ext cx="6191136" cy="1504899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457200" lvl="1" algn="l" fontAlgn="base">
              <a:spcBef>
                <a:spcPts val="300"/>
              </a:spcBef>
              <a:spcAft>
                <a:spcPts val="300"/>
              </a:spcAft>
            </a:pPr>
            <a:r>
              <a:rPr lang="en-GB" sz="11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Uses LLM-as-a-Judge (GPT-4o, Claude / Haiku 3.5, Gemini 1.5 Flash) to assess LLM output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Detecting </a:t>
            </a:r>
            <a:r>
              <a:rPr lang="en-GB" sz="1100" b="0" i="1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confabulations</a:t>
            </a:r>
            <a:r>
              <a:rPr lang="en-GB" sz="11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[4] (hallucinations) – confident but misleading outputs.</a:t>
            </a:r>
          </a:p>
          <a:p>
            <a:pPr marL="742950" lvl="1" indent="-285750" algn="l" fontAlgn="base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Enables rapid, iterative development and refinement of the LLM pipeline.</a:t>
            </a:r>
          </a:p>
          <a:p>
            <a:pPr marL="457200" lvl="1" algn="l" fontAlgn="base">
              <a:spcBef>
                <a:spcPts val="300"/>
              </a:spcBef>
              <a:spcAft>
                <a:spcPts val="300"/>
              </a:spcAft>
            </a:pPr>
            <a:r>
              <a:rPr lang="en-GB" sz="1100" b="0" i="1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Cost: Initial JSON analysis: ~$0.035 per user. Full pipeline (including Markdown report): ~$0.072 per user. Complete pipeline, including confabulation checks: </a:t>
            </a:r>
            <a:r>
              <a:rPr lang="en-GB" sz="1100" b="0" i="1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~$0.462.</a:t>
            </a:r>
            <a:endParaRPr lang="en-GB" sz="1100" b="0" i="1" dirty="0">
              <a:solidFill>
                <a:srgbClr val="202124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 fontAlgn="base">
              <a:spcAft>
                <a:spcPts val="300"/>
              </a:spcAft>
            </a:pPr>
            <a:endParaRPr lang="en-GB" sz="1100" i="1" dirty="0">
              <a:solidFill>
                <a:srgbClr val="20212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 fontAlgn="base">
              <a:spcAft>
                <a:spcPts val="300"/>
              </a:spcAft>
            </a:pPr>
            <a:r>
              <a:rPr lang="en-GB" sz="1100" b="1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Upcoming User Study not part of this Late Breaking Work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3501BB0-0B18-F704-FC12-5C03CE3B9143}"/>
              </a:ext>
            </a:extLst>
          </p:cNvPr>
          <p:cNvSpPr txBox="1"/>
          <p:nvPr/>
        </p:nvSpPr>
        <p:spPr>
          <a:xfrm>
            <a:off x="7096052" y="5721302"/>
            <a:ext cx="7102548" cy="17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5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Figure 2: Pipeline from Preprocessing to Final Output - Please note: User Study not part of this Late-Breaking Work Submission.</a:t>
            </a:r>
            <a:endParaRPr lang="en-DE" sz="550" dirty="0"/>
          </a:p>
        </p:txBody>
      </p:sp>
      <p:sp>
        <p:nvSpPr>
          <p:cNvPr id="199" name="object 14">
            <a:extLst>
              <a:ext uri="{FF2B5EF4-FFF2-40B4-BE49-F238E27FC236}">
                <a16:creationId xmlns:a16="http://schemas.microsoft.com/office/drawing/2014/main" id="{15B171BB-F39F-0AC1-FA93-29E5178C3A47}"/>
              </a:ext>
            </a:extLst>
          </p:cNvPr>
          <p:cNvSpPr/>
          <p:nvPr/>
        </p:nvSpPr>
        <p:spPr>
          <a:xfrm>
            <a:off x="8084127" y="4147484"/>
            <a:ext cx="345379" cy="308965"/>
          </a:xfrm>
          <a:custGeom>
            <a:avLst/>
            <a:gdLst/>
            <a:ahLst/>
            <a:cxnLst/>
            <a:rect l="l" t="t" r="r" b="b"/>
            <a:pathLst>
              <a:path w="2492375" h="384175">
                <a:moveTo>
                  <a:pt x="2491969" y="0"/>
                </a:moveTo>
                <a:lnTo>
                  <a:pt x="0" y="0"/>
                </a:lnTo>
                <a:lnTo>
                  <a:pt x="0" y="384044"/>
                </a:lnTo>
                <a:lnTo>
                  <a:pt x="2491969" y="384044"/>
                </a:lnTo>
                <a:lnTo>
                  <a:pt x="2491969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GB" spc="10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endParaRPr lang="de-DE" sz="1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33020E9-DA24-25DC-E389-624F6B37862A}"/>
              </a:ext>
            </a:extLst>
          </p:cNvPr>
          <p:cNvSpPr txBox="1"/>
          <p:nvPr/>
        </p:nvSpPr>
        <p:spPr>
          <a:xfrm>
            <a:off x="9246375" y="8387901"/>
            <a:ext cx="3575223" cy="17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5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Table 1</a:t>
            </a:r>
            <a:r>
              <a:rPr lang="en-GB" sz="550" dirty="0">
                <a:solidFill>
                  <a:srgbClr val="202124"/>
                </a:solidFill>
                <a:latin typeface="Roboto" panose="02000000000000000000" pitchFamily="2" charset="0"/>
              </a:rPr>
              <a:t>: Examples output from first LLM request</a:t>
            </a:r>
          </a:p>
        </p:txBody>
      </p:sp>
      <p:grpSp>
        <p:nvGrpSpPr>
          <p:cNvPr id="206" name="object 16">
            <a:extLst>
              <a:ext uri="{FF2B5EF4-FFF2-40B4-BE49-F238E27FC236}">
                <a16:creationId xmlns:a16="http://schemas.microsoft.com/office/drawing/2014/main" id="{2EAA19DC-D904-F48D-4143-3D24EB236296}"/>
              </a:ext>
            </a:extLst>
          </p:cNvPr>
          <p:cNvGrpSpPr/>
          <p:nvPr/>
        </p:nvGrpSpPr>
        <p:grpSpPr>
          <a:xfrm>
            <a:off x="7095298" y="12976393"/>
            <a:ext cx="6665215" cy="2281405"/>
            <a:chOff x="7111714" y="14946168"/>
            <a:chExt cx="6665215" cy="2465734"/>
          </a:xfrm>
        </p:grpSpPr>
        <p:sp>
          <p:nvSpPr>
            <p:cNvPr id="207" name="object 17">
              <a:extLst>
                <a:ext uri="{FF2B5EF4-FFF2-40B4-BE49-F238E27FC236}">
                  <a16:creationId xmlns:a16="http://schemas.microsoft.com/office/drawing/2014/main" id="{C1477F7C-784F-16C6-FB3F-99F4835A992D}"/>
                </a:ext>
              </a:extLst>
            </p:cNvPr>
            <p:cNvSpPr/>
            <p:nvPr/>
          </p:nvSpPr>
          <p:spPr>
            <a:xfrm>
              <a:off x="7111714" y="15119078"/>
              <a:ext cx="6664959" cy="2292824"/>
            </a:xfrm>
            <a:custGeom>
              <a:avLst/>
              <a:gdLst/>
              <a:ahLst/>
              <a:cxnLst/>
              <a:rect l="l" t="t" r="r" b="b"/>
              <a:pathLst>
                <a:path w="6664959" h="2520950">
                  <a:moveTo>
                    <a:pt x="6664808" y="0"/>
                  </a:moveTo>
                  <a:lnTo>
                    <a:pt x="0" y="0"/>
                  </a:lnTo>
                  <a:lnTo>
                    <a:pt x="0" y="2520647"/>
                  </a:lnTo>
                  <a:lnTo>
                    <a:pt x="6664808" y="2520647"/>
                  </a:lnTo>
                  <a:lnTo>
                    <a:pt x="6664808" y="0"/>
                  </a:lnTo>
                  <a:close/>
                </a:path>
              </a:pathLst>
            </a:custGeom>
            <a:solidFill>
              <a:srgbClr val="D6DC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18">
              <a:extLst>
                <a:ext uri="{FF2B5EF4-FFF2-40B4-BE49-F238E27FC236}">
                  <a16:creationId xmlns:a16="http://schemas.microsoft.com/office/drawing/2014/main" id="{C3604A54-6744-D36D-D017-C7A2974D5FF4}"/>
                </a:ext>
              </a:extLst>
            </p:cNvPr>
            <p:cNvSpPr/>
            <p:nvPr/>
          </p:nvSpPr>
          <p:spPr>
            <a:xfrm>
              <a:off x="11284554" y="14946168"/>
              <a:ext cx="2492375" cy="384175"/>
            </a:xfrm>
            <a:custGeom>
              <a:avLst/>
              <a:gdLst/>
              <a:ahLst/>
              <a:cxnLst/>
              <a:rect l="l" t="t" r="r" b="b"/>
              <a:pathLst>
                <a:path w="2492375" h="384175">
                  <a:moveTo>
                    <a:pt x="2491969" y="0"/>
                  </a:moveTo>
                  <a:lnTo>
                    <a:pt x="0" y="0"/>
                  </a:lnTo>
                  <a:lnTo>
                    <a:pt x="0" y="384044"/>
                  </a:lnTo>
                  <a:lnTo>
                    <a:pt x="2491969" y="384044"/>
                  </a:lnTo>
                  <a:lnTo>
                    <a:pt x="2491969" y="0"/>
                  </a:lnTo>
                  <a:close/>
                </a:path>
              </a:pathLst>
            </a:custGeom>
            <a:solidFill>
              <a:srgbClr val="D61F26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de-DE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09" name="Picture 208">
            <a:extLst>
              <a:ext uri="{FF2B5EF4-FFF2-40B4-BE49-F238E27FC236}">
                <a16:creationId xmlns:a16="http://schemas.microsoft.com/office/drawing/2014/main" id="{4A83A599-9633-D9F7-F1A8-7B5E15B348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4623" y="8564873"/>
            <a:ext cx="6603291" cy="2330574"/>
          </a:xfrm>
          <a:prstGeom prst="rect">
            <a:avLst/>
          </a:prstGeom>
        </p:spPr>
      </p:pic>
      <p:sp>
        <p:nvSpPr>
          <p:cNvPr id="189" name="object 14">
            <a:extLst>
              <a:ext uri="{FF2B5EF4-FFF2-40B4-BE49-F238E27FC236}">
                <a16:creationId xmlns:a16="http://schemas.microsoft.com/office/drawing/2014/main" id="{DDED364E-2AE0-6270-07A3-94F130986557}"/>
              </a:ext>
            </a:extLst>
          </p:cNvPr>
          <p:cNvSpPr/>
          <p:nvPr/>
        </p:nvSpPr>
        <p:spPr>
          <a:xfrm>
            <a:off x="7073557" y="6029691"/>
            <a:ext cx="2030267" cy="384175"/>
          </a:xfrm>
          <a:custGeom>
            <a:avLst/>
            <a:gdLst/>
            <a:ahLst/>
            <a:cxnLst/>
            <a:rect l="l" t="t" r="r" b="b"/>
            <a:pathLst>
              <a:path w="2492375" h="384175">
                <a:moveTo>
                  <a:pt x="2491969" y="0"/>
                </a:moveTo>
                <a:lnTo>
                  <a:pt x="0" y="0"/>
                </a:lnTo>
                <a:lnTo>
                  <a:pt x="0" y="384044"/>
                </a:lnTo>
                <a:lnTo>
                  <a:pt x="2491969" y="384044"/>
                </a:lnTo>
                <a:lnTo>
                  <a:pt x="2491969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GB" spc="10" dirty="0">
                <a:solidFill>
                  <a:schemeClr val="bg1"/>
                </a:solidFill>
                <a:latin typeface="Arial"/>
                <a:cs typeface="Arial"/>
              </a:rPr>
              <a:t>C</a:t>
            </a:r>
            <a:r>
              <a:rPr lang="en-GB" sz="1800" spc="10" dirty="0">
                <a:solidFill>
                  <a:schemeClr val="bg1"/>
                </a:solidFill>
                <a:latin typeface="Arial"/>
                <a:cs typeface="Arial"/>
              </a:rPr>
              <a:t>: Evaluation</a:t>
            </a:r>
            <a:endParaRPr lang="de-DE" sz="1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7A097244-447B-67C5-2996-F66910F4C573}"/>
              </a:ext>
            </a:extLst>
          </p:cNvPr>
          <p:cNvGrpSpPr/>
          <p:nvPr/>
        </p:nvGrpSpPr>
        <p:grpSpPr>
          <a:xfrm>
            <a:off x="219172" y="8682736"/>
            <a:ext cx="7346626" cy="9002842"/>
            <a:chOff x="204125" y="9122427"/>
            <a:chExt cx="7346626" cy="9002842"/>
          </a:xfrm>
        </p:grpSpPr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9213C06F-220A-B6C9-2702-D5B0277D0DC8}"/>
                </a:ext>
              </a:extLst>
            </p:cNvPr>
            <p:cNvGrpSpPr/>
            <p:nvPr/>
          </p:nvGrpSpPr>
          <p:grpSpPr>
            <a:xfrm>
              <a:off x="431748" y="9122427"/>
              <a:ext cx="6255190" cy="9002842"/>
              <a:chOff x="441322" y="9861703"/>
              <a:chExt cx="6255190" cy="9002842"/>
            </a:xfrm>
          </p:grpSpPr>
          <p:grpSp>
            <p:nvGrpSpPr>
              <p:cNvPr id="12" name="object 12"/>
              <p:cNvGrpSpPr/>
              <p:nvPr/>
            </p:nvGrpSpPr>
            <p:grpSpPr>
              <a:xfrm>
                <a:off x="446842" y="9861703"/>
                <a:ext cx="6249670" cy="9002842"/>
                <a:chOff x="441322" y="8255386"/>
                <a:chExt cx="6249670" cy="9002842"/>
              </a:xfrm>
            </p:grpSpPr>
            <p:sp>
              <p:nvSpPr>
                <p:cNvPr id="13" name="object 13"/>
                <p:cNvSpPr/>
                <p:nvPr/>
              </p:nvSpPr>
              <p:spPr>
                <a:xfrm>
                  <a:off x="441322" y="8447409"/>
                  <a:ext cx="6249670" cy="8810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9670" h="2458084">
                      <a:moveTo>
                        <a:pt x="6249070" y="0"/>
                      </a:moveTo>
                      <a:lnTo>
                        <a:pt x="0" y="0"/>
                      </a:lnTo>
                      <a:lnTo>
                        <a:pt x="0" y="2457540"/>
                      </a:lnTo>
                      <a:lnTo>
                        <a:pt x="6249070" y="2457540"/>
                      </a:lnTo>
                      <a:lnTo>
                        <a:pt x="6249070" y="0"/>
                      </a:lnTo>
                      <a:close/>
                    </a:path>
                  </a:pathLst>
                </a:custGeom>
                <a:solidFill>
                  <a:srgbClr val="D6DCDB"/>
                </a:solidFill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sp>
              <p:nvSpPr>
                <p:cNvPr id="14" name="object 14"/>
                <p:cNvSpPr/>
                <p:nvPr/>
              </p:nvSpPr>
              <p:spPr>
                <a:xfrm>
                  <a:off x="4198424" y="8255386"/>
                  <a:ext cx="2492375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2375" h="384175">
                      <a:moveTo>
                        <a:pt x="2491969" y="0"/>
                      </a:moveTo>
                      <a:lnTo>
                        <a:pt x="0" y="0"/>
                      </a:lnTo>
                      <a:lnTo>
                        <a:pt x="0" y="384044"/>
                      </a:lnTo>
                      <a:lnTo>
                        <a:pt x="2491969" y="384044"/>
                      </a:lnTo>
                      <a:lnTo>
                        <a:pt x="2491969" y="0"/>
                      </a:lnTo>
                      <a:close/>
                    </a:path>
                  </a:pathLst>
                </a:custGeom>
                <a:solidFill>
                  <a:srgbClr val="D61F26"/>
                </a:solidFill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GB" sz="1800" spc="10" dirty="0">
                      <a:solidFill>
                        <a:schemeClr val="bg1"/>
                      </a:solidFill>
                      <a:latin typeface="Arial"/>
                      <a:cs typeface="Arial"/>
                    </a:rPr>
                    <a:t>Methodology</a:t>
                  </a:r>
                  <a:endParaRPr lang="de-DE" sz="1800" dirty="0">
                    <a:solidFill>
                      <a:schemeClr val="bg1"/>
                    </a:solidFill>
                    <a:latin typeface="Arial"/>
                    <a:cs typeface="Arial"/>
                  </a:endParaRPr>
                </a:p>
              </p:txBody>
            </p:sp>
          </p:grp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4B8C6909-6563-C610-AEAE-A4E03393285B}"/>
                  </a:ext>
                </a:extLst>
              </p:cNvPr>
              <p:cNvSpPr txBox="1"/>
              <p:nvPr/>
            </p:nvSpPr>
            <p:spPr>
              <a:xfrm>
                <a:off x="687129" y="13718058"/>
                <a:ext cx="5666824" cy="2054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>
                  <a:spcAft>
                    <a:spcPts val="300"/>
                  </a:spcAft>
                </a:pPr>
                <a:r>
                  <a:rPr lang="en-GB" sz="1100" b="1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Core Idea: </a:t>
                </a:r>
                <a:r>
                  <a:rPr lang="en-GB" sz="1100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Combine the Theory of Constructed Emotion with advanced LLM techniques.</a:t>
                </a:r>
                <a:endParaRPr lang="en-GB" sz="1100" b="1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l" fontAlgn="base">
                  <a:spcAft>
                    <a:spcPts val="300"/>
                  </a:spcAft>
                </a:pPr>
                <a:r>
                  <a:rPr lang="en-GB" sz="1100" b="1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Key Techniques:</a:t>
                </a:r>
              </a:p>
              <a:p>
                <a:pPr marL="628650" lvl="1" indent="-171450" algn="l" fontAlgn="base">
                  <a:spcBef>
                    <a:spcPts val="300"/>
                  </a:spcBef>
                  <a:spcAft>
                    <a:spcPts val="300"/>
                  </a:spcAft>
                  <a:buFont typeface="Wingdings" pitchFamily="2" charset="2"/>
                  <a:buChar char="§"/>
                </a:pPr>
                <a:r>
                  <a:rPr lang="en-GB" sz="1100" b="1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Role-Play Prompting [7]:</a:t>
                </a:r>
                <a:r>
                  <a:rPr lang="en-GB" sz="1100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 The LLM (Gemini-1.5 Pro) impersonates Lisa Feldman Barrett. (Include a small, simplified version of Figure 2 if space allows).</a:t>
                </a:r>
              </a:p>
              <a:p>
                <a:pPr marL="628650" lvl="1" indent="-171450" algn="l" fontAlgn="base">
                  <a:spcBef>
                    <a:spcPts val="300"/>
                  </a:spcBef>
                  <a:spcAft>
                    <a:spcPts val="300"/>
                  </a:spcAft>
                  <a:buFont typeface="Wingdings" pitchFamily="2" charset="2"/>
                  <a:buChar char="§"/>
                </a:pPr>
                <a:r>
                  <a:rPr lang="en-GB" sz="1100" b="1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Controlled Generation:</a:t>
                </a:r>
                <a:r>
                  <a:rPr lang="en-GB" sz="1100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 A JSON schema guides the LLM's output, ensuring a structured analysis.</a:t>
                </a:r>
                <a:endParaRPr lang="en-GB" sz="1100" b="1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marL="628650" lvl="1" indent="-171450" algn="l" fontAlgn="base">
                  <a:spcBef>
                    <a:spcPts val="300"/>
                  </a:spcBef>
                  <a:spcAft>
                    <a:spcPts val="300"/>
                  </a:spcAft>
                  <a:buFont typeface="Wingdings" pitchFamily="2" charset="2"/>
                  <a:buChar char="§"/>
                </a:pPr>
                <a:r>
                  <a:rPr lang="en-GB" sz="1100" b="1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Meta-Prompting [9]:</a:t>
                </a:r>
                <a:r>
                  <a:rPr lang="en-GB" sz="1100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 A second LLM request generates a concise, human-readable Markdown report using a generalized template to adapt to specific instances.</a:t>
                </a:r>
                <a:endParaRPr lang="en-GB" sz="1100" b="1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81" name="object 97">
                <a:extLst>
                  <a:ext uri="{FF2B5EF4-FFF2-40B4-BE49-F238E27FC236}">
                    <a16:creationId xmlns:a16="http://schemas.microsoft.com/office/drawing/2014/main" id="{90569C14-6CA4-4F60-96BC-5CBF94096C32}"/>
                  </a:ext>
                </a:extLst>
              </p:cNvPr>
              <p:cNvSpPr txBox="1"/>
              <p:nvPr/>
            </p:nvSpPr>
            <p:spPr>
              <a:xfrm>
                <a:off x="777165" y="10568420"/>
                <a:ext cx="5569200" cy="30130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algn="l" fontAlgn="base">
                  <a:spcAft>
                    <a:spcPts val="1200"/>
                  </a:spcAft>
                </a:pPr>
                <a:r>
                  <a:rPr lang="en-GB" sz="1100" b="1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Data Source: </a:t>
                </a:r>
                <a:r>
                  <a:rPr lang="en-GB" sz="1100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"Der Standard" online newspaper comments and related articles (May 2019, 23,925 users).</a:t>
                </a:r>
              </a:p>
              <a:p>
                <a:pPr algn="l" fontAlgn="base">
                  <a:spcAft>
                    <a:spcPts val="300"/>
                  </a:spcAft>
                </a:pPr>
                <a:r>
                  <a:rPr lang="en-GB" sz="1100" b="1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Goal:</a:t>
                </a:r>
                <a:r>
                  <a:rPr lang="en-GB" sz="1100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 Create a comprehensive "context sphere" for each user, encapsulating:</a:t>
                </a:r>
              </a:p>
              <a:p>
                <a:pPr marL="628650" lvl="1" indent="-171450" algn="l" fontAlgn="base">
                  <a:spcBef>
                    <a:spcPts val="300"/>
                  </a:spcBef>
                  <a:spcAft>
                    <a:spcPts val="300"/>
                  </a:spcAft>
                  <a:buFont typeface="Wingdings" pitchFamily="2" charset="2"/>
                  <a:buChar char="§"/>
                </a:pPr>
                <a:r>
                  <a:rPr lang="en-GB" sz="1100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All comments made by the user.</a:t>
                </a:r>
              </a:p>
              <a:p>
                <a:pPr marL="628650" lvl="1" indent="-171450" algn="l" fontAlgn="base">
                  <a:spcBef>
                    <a:spcPts val="300"/>
                  </a:spcBef>
                  <a:spcAft>
                    <a:spcPts val="300"/>
                  </a:spcAft>
                  <a:buFont typeface="Wingdings" pitchFamily="2" charset="2"/>
                  <a:buChar char="§"/>
                </a:pPr>
                <a:r>
                  <a:rPr lang="en-GB" sz="1100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Surrounding context (article metadata, conversation threads).</a:t>
                </a:r>
              </a:p>
              <a:p>
                <a:pPr marL="628650" lvl="1" indent="-171450" algn="l" fontAlgn="base">
                  <a:spcBef>
                    <a:spcPts val="300"/>
                  </a:spcBef>
                  <a:spcAft>
                    <a:spcPts val="300"/>
                  </a:spcAft>
                  <a:buFont typeface="Wingdings" pitchFamily="2" charset="2"/>
                  <a:buChar char="§"/>
                </a:pPr>
                <a:r>
                  <a:rPr lang="en-GB" sz="1100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Interactions with other users (replies, etc.).</a:t>
                </a:r>
              </a:p>
              <a:p>
                <a:pPr algn="l" fontAlgn="base">
                  <a:spcAft>
                    <a:spcPts val="300"/>
                  </a:spcAft>
                </a:pPr>
                <a:r>
                  <a:rPr lang="en-GB" sz="1100" b="1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Key Features:</a:t>
                </a:r>
              </a:p>
              <a:p>
                <a:pPr marL="628650" lvl="1" indent="-171450" algn="l" fontAlgn="base">
                  <a:spcBef>
                    <a:spcPts val="300"/>
                  </a:spcBef>
                  <a:spcAft>
                    <a:spcPts val="300"/>
                  </a:spcAft>
                  <a:buFont typeface="Wingdings" pitchFamily="2" charset="2"/>
                  <a:buChar char="§"/>
                </a:pPr>
                <a:r>
                  <a:rPr lang="en-GB" sz="1100" b="1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Selective Pruning:</a:t>
                </a:r>
                <a:r>
                  <a:rPr lang="en-GB" sz="1100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 Includes relevant conversation threads up to the user's last comment, balancing context with efficiency.</a:t>
                </a:r>
              </a:p>
              <a:p>
                <a:pPr marL="628650" lvl="1" indent="-171450" algn="l" fontAlgn="base">
                  <a:spcBef>
                    <a:spcPts val="300"/>
                  </a:spcBef>
                  <a:spcAft>
                    <a:spcPts val="300"/>
                  </a:spcAft>
                  <a:buFont typeface="Wingdings" pitchFamily="2" charset="2"/>
                  <a:buChar char="§"/>
                </a:pPr>
                <a:r>
                  <a:rPr lang="en-GB" sz="1100" b="1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Privacy-Preserving:</a:t>
                </a:r>
                <a:r>
                  <a:rPr lang="en-GB" sz="1100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 Excludes usernames and gender to minimize bias.</a:t>
                </a:r>
              </a:p>
              <a:p>
                <a:pPr marL="628650" lvl="1" indent="-171450" algn="l" fontAlgn="base">
                  <a:spcBef>
                    <a:spcPts val="300"/>
                  </a:spcBef>
                  <a:spcAft>
                    <a:spcPts val="300"/>
                  </a:spcAft>
                  <a:buFont typeface="Wingdings" pitchFamily="2" charset="2"/>
                  <a:buChar char="§"/>
                </a:pPr>
                <a:r>
                  <a:rPr lang="en-GB" sz="1100" b="1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Markdown Format: </a:t>
                </a:r>
                <a:r>
                  <a:rPr lang="en-GB" sz="1100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Optimized for readability by both humans and LLMs.</a:t>
                </a:r>
              </a:p>
              <a:p>
                <a:br>
                  <a:rPr lang="en-GB" dirty="0"/>
                </a:br>
                <a:endParaRPr lang="en-GB" sz="110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85" name="object 14">
                <a:extLst>
                  <a:ext uri="{FF2B5EF4-FFF2-40B4-BE49-F238E27FC236}">
                    <a16:creationId xmlns:a16="http://schemas.microsoft.com/office/drawing/2014/main" id="{E3E67E3A-ED82-DCB5-7D1B-F55C2850948C}"/>
                  </a:ext>
                </a:extLst>
              </p:cNvPr>
              <p:cNvSpPr/>
              <p:nvPr/>
            </p:nvSpPr>
            <p:spPr>
              <a:xfrm>
                <a:off x="441322" y="13211251"/>
                <a:ext cx="2009778" cy="378059"/>
              </a:xfrm>
              <a:custGeom>
                <a:avLst/>
                <a:gdLst/>
                <a:ahLst/>
                <a:cxnLst/>
                <a:rect l="l" t="t" r="r" b="b"/>
                <a:pathLst>
                  <a:path w="2492375" h="384175">
                    <a:moveTo>
                      <a:pt x="2491969" y="0"/>
                    </a:moveTo>
                    <a:lnTo>
                      <a:pt x="0" y="0"/>
                    </a:lnTo>
                    <a:lnTo>
                      <a:pt x="0" y="384044"/>
                    </a:lnTo>
                    <a:lnTo>
                      <a:pt x="2491969" y="384044"/>
                    </a:lnTo>
                    <a:lnTo>
                      <a:pt x="2491969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GB" sz="1800" spc="10" dirty="0">
                    <a:solidFill>
                      <a:schemeClr val="bg1"/>
                    </a:solidFill>
                    <a:latin typeface="Arial"/>
                    <a:cs typeface="Arial"/>
                  </a:rPr>
                  <a:t>B: LLM-Guidance</a:t>
                </a:r>
                <a:endParaRPr lang="de-DE" sz="18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84" name="object 14">
                <a:extLst>
                  <a:ext uri="{FF2B5EF4-FFF2-40B4-BE49-F238E27FC236}">
                    <a16:creationId xmlns:a16="http://schemas.microsoft.com/office/drawing/2014/main" id="{35EF9ECC-C415-1194-02DD-63EE4D37AAA0}"/>
                  </a:ext>
                </a:extLst>
              </p:cNvPr>
              <p:cNvSpPr/>
              <p:nvPr/>
            </p:nvSpPr>
            <p:spPr>
              <a:xfrm>
                <a:off x="441323" y="10053728"/>
                <a:ext cx="2988464" cy="378058"/>
              </a:xfrm>
              <a:custGeom>
                <a:avLst/>
                <a:gdLst/>
                <a:ahLst/>
                <a:cxnLst/>
                <a:rect l="l" t="t" r="r" b="b"/>
                <a:pathLst>
                  <a:path w="2492375" h="384175">
                    <a:moveTo>
                      <a:pt x="2491969" y="0"/>
                    </a:moveTo>
                    <a:lnTo>
                      <a:pt x="0" y="0"/>
                    </a:lnTo>
                    <a:lnTo>
                      <a:pt x="0" y="384044"/>
                    </a:lnTo>
                    <a:lnTo>
                      <a:pt x="2491969" y="384044"/>
                    </a:lnTo>
                    <a:lnTo>
                      <a:pt x="2491969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GB" spc="10" dirty="0">
                    <a:solidFill>
                      <a:schemeClr val="bg1"/>
                    </a:solidFill>
                    <a:latin typeface="Arial"/>
                    <a:cs typeface="Arial"/>
                  </a:rPr>
                  <a:t>A</a:t>
                </a:r>
                <a:r>
                  <a:rPr lang="en-GB" sz="1800" spc="10" dirty="0">
                    <a:solidFill>
                      <a:schemeClr val="bg1"/>
                    </a:solidFill>
                    <a:latin typeface="Arial"/>
                    <a:cs typeface="Arial"/>
                  </a:rPr>
                  <a:t>. Context Sphere Building</a:t>
                </a:r>
                <a:endParaRPr lang="de-DE" sz="18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p:grpSp>
        <p:pic>
          <p:nvPicPr>
            <p:cNvPr id="197" name="Picture 196">
              <a:extLst>
                <a:ext uri="{FF2B5EF4-FFF2-40B4-BE49-F238E27FC236}">
                  <a16:creationId xmlns:a16="http://schemas.microsoft.com/office/drawing/2014/main" id="{CACA8E02-F113-E1F1-C098-B0239CE4F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4125" y="14987366"/>
              <a:ext cx="6727728" cy="995226"/>
            </a:xfrm>
            <a:prstGeom prst="rect">
              <a:avLst/>
            </a:prstGeom>
          </p:spPr>
        </p:pic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51612FD1-50FD-33BA-C436-D21A31503338}"/>
                </a:ext>
              </a:extLst>
            </p:cNvPr>
            <p:cNvSpPr txBox="1"/>
            <p:nvPr/>
          </p:nvSpPr>
          <p:spPr>
            <a:xfrm>
              <a:off x="448203" y="15941003"/>
              <a:ext cx="7102548" cy="1769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55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</a:rPr>
                <a:t>Figure </a:t>
              </a:r>
              <a:r>
                <a:rPr lang="en-GB" sz="550" dirty="0">
                  <a:solidFill>
                    <a:srgbClr val="202124"/>
                  </a:solidFill>
                  <a:latin typeface="Roboto" panose="02000000000000000000" pitchFamily="2" charset="0"/>
                </a:rPr>
                <a:t>1:</a:t>
              </a:r>
              <a:r>
                <a:rPr lang="en-GB" sz="55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</a:rPr>
                <a:t> Example of Role-Play Prompting, where the LLM takes on the persona of Lisa Feldman Barrett [7].</a:t>
              </a:r>
              <a:endParaRPr lang="en-DE" sz="550" dirty="0"/>
            </a:p>
          </p:txBody>
        </p: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A3F348D5-0051-AFB9-7FF2-992577EE3428}"/>
              </a:ext>
            </a:extLst>
          </p:cNvPr>
          <p:cNvSpPr txBox="1"/>
          <p:nvPr/>
        </p:nvSpPr>
        <p:spPr>
          <a:xfrm>
            <a:off x="7396890" y="13415269"/>
            <a:ext cx="6017997" cy="197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1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Advances Emotion Analysis: </a:t>
            </a:r>
            <a:r>
              <a:rPr lang="en-GB" sz="110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Bridges cognitive science [2] and computational systems.</a:t>
            </a:r>
          </a:p>
          <a:p>
            <a:pPr marL="171450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1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Context-Aware Applications: </a:t>
            </a:r>
            <a:r>
              <a:rPr lang="en-GB" sz="110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Enables nuanced emotion analysis.</a:t>
            </a:r>
          </a:p>
          <a:p>
            <a:pPr marL="171450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1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Operationalizes Barrett's Theory: </a:t>
            </a:r>
            <a:r>
              <a:rPr lang="en-GB" sz="110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Uses "context sphere" and LLM guidance (role-play, controlled generation).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GB" sz="1100" b="1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Implications: </a:t>
            </a:r>
            <a:r>
              <a:rPr lang="en-GB" sz="1100" b="1" dirty="0">
                <a:solidFill>
                  <a:srgbClr val="000000"/>
                </a:solidFill>
                <a:effectLst/>
                <a:latin typeface="Helvetica" pitchFamily="2" charset="0"/>
              </a:rPr>
              <a:t> </a:t>
            </a:r>
            <a:r>
              <a:rPr lang="en-GB" sz="1100" dirty="0">
                <a:solidFill>
                  <a:srgbClr val="000000"/>
                </a:solidFill>
                <a:effectLst/>
                <a:latin typeface="Helvetica" pitchFamily="2" charset="0"/>
              </a:rPr>
              <a:t>More accurate and effective development of human-</a:t>
            </a:r>
            <a:r>
              <a:rPr lang="en-GB" sz="1100" dirty="0" err="1">
                <a:solidFill>
                  <a:srgbClr val="000000"/>
                </a:solidFill>
                <a:effectLst/>
                <a:latin typeface="Helvetica" pitchFamily="2" charset="0"/>
              </a:rPr>
              <a:t>centered</a:t>
            </a:r>
            <a:r>
              <a:rPr lang="en-GB" sz="1100" dirty="0">
                <a:solidFill>
                  <a:srgbClr val="000000"/>
                </a:solidFill>
                <a:effectLst/>
                <a:latin typeface="Helvetica" pitchFamily="2" charset="0"/>
              </a:rPr>
              <a:t> technologies.</a:t>
            </a:r>
            <a:endParaRPr lang="en-GB" sz="1100" i="0" dirty="0">
              <a:solidFill>
                <a:srgbClr val="202124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71450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1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Ethical Implications:  </a:t>
            </a:r>
            <a:r>
              <a:rPr lang="en-GB" sz="110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Reduces Bias, Addresses risks [5], Aligns with responsible AI (Digital Humanism) [8].</a:t>
            </a:r>
          </a:p>
          <a:p>
            <a:pPr algn="l" fontAlgn="base">
              <a:spcAft>
                <a:spcPts val="300"/>
              </a:spcAft>
            </a:pPr>
            <a:r>
              <a:rPr lang="en-GB" sz="1100" i="1" dirty="0">
                <a:solidFill>
                  <a:srgbClr val="000000"/>
                </a:solidFill>
                <a:latin typeface="Helvetica" pitchFamily="2" charset="0"/>
              </a:rPr>
              <a:t>C</a:t>
            </a:r>
            <a:r>
              <a:rPr lang="en-GB" sz="1100" i="1" dirty="0">
                <a:solidFill>
                  <a:srgbClr val="000000"/>
                </a:solidFill>
                <a:effectLst/>
                <a:latin typeface="Helvetica" pitchFamily="2" charset="0"/>
              </a:rPr>
              <a:t>aptures the complexity and context of human emotions far more effectively than models rooted in Ekman’s assumptions of universal emotions </a:t>
            </a:r>
            <a:r>
              <a:rPr lang="en-GB" sz="1100" i="1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[6].</a:t>
            </a:r>
          </a:p>
          <a:p>
            <a:pPr marL="171450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endParaRPr lang="en-GB" sz="1100" i="0" dirty="0">
              <a:solidFill>
                <a:srgbClr val="202124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3" name="object 14">
            <a:extLst>
              <a:ext uri="{FF2B5EF4-FFF2-40B4-BE49-F238E27FC236}">
                <a16:creationId xmlns:a16="http://schemas.microsoft.com/office/drawing/2014/main" id="{C79978F2-B140-E71C-6542-C595FA78696D}"/>
              </a:ext>
            </a:extLst>
          </p:cNvPr>
          <p:cNvSpPr/>
          <p:nvPr/>
        </p:nvSpPr>
        <p:spPr>
          <a:xfrm>
            <a:off x="9711597" y="3728899"/>
            <a:ext cx="345379" cy="308965"/>
          </a:xfrm>
          <a:custGeom>
            <a:avLst/>
            <a:gdLst/>
            <a:ahLst/>
            <a:cxnLst/>
            <a:rect l="l" t="t" r="r" b="b"/>
            <a:pathLst>
              <a:path w="2492375" h="384175">
                <a:moveTo>
                  <a:pt x="2491969" y="0"/>
                </a:moveTo>
                <a:lnTo>
                  <a:pt x="0" y="0"/>
                </a:lnTo>
                <a:lnTo>
                  <a:pt x="0" y="384044"/>
                </a:lnTo>
                <a:lnTo>
                  <a:pt x="2491969" y="384044"/>
                </a:lnTo>
                <a:lnTo>
                  <a:pt x="2491969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GB" sz="1800" spc="1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endParaRPr lang="de-DE" sz="1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14" name="object 14">
            <a:extLst>
              <a:ext uri="{FF2B5EF4-FFF2-40B4-BE49-F238E27FC236}">
                <a16:creationId xmlns:a16="http://schemas.microsoft.com/office/drawing/2014/main" id="{73F40D12-7E56-1934-8222-9D9CC1135009}"/>
              </a:ext>
            </a:extLst>
          </p:cNvPr>
          <p:cNvSpPr/>
          <p:nvPr/>
        </p:nvSpPr>
        <p:spPr>
          <a:xfrm>
            <a:off x="11955073" y="3728898"/>
            <a:ext cx="345379" cy="308965"/>
          </a:xfrm>
          <a:custGeom>
            <a:avLst/>
            <a:gdLst/>
            <a:ahLst/>
            <a:cxnLst/>
            <a:rect l="l" t="t" r="r" b="b"/>
            <a:pathLst>
              <a:path w="2492375" h="384175">
                <a:moveTo>
                  <a:pt x="2491969" y="0"/>
                </a:moveTo>
                <a:lnTo>
                  <a:pt x="0" y="0"/>
                </a:lnTo>
                <a:lnTo>
                  <a:pt x="0" y="384044"/>
                </a:lnTo>
                <a:lnTo>
                  <a:pt x="2491969" y="384044"/>
                </a:lnTo>
                <a:lnTo>
                  <a:pt x="2491969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GB" sz="1800" spc="1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endParaRPr lang="de-DE" sz="1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15" name="object 14">
            <a:extLst>
              <a:ext uri="{FF2B5EF4-FFF2-40B4-BE49-F238E27FC236}">
                <a16:creationId xmlns:a16="http://schemas.microsoft.com/office/drawing/2014/main" id="{501A2EC1-A50C-6AC2-B001-2A334EE9EDDC}"/>
              </a:ext>
            </a:extLst>
          </p:cNvPr>
          <p:cNvSpPr/>
          <p:nvPr/>
        </p:nvSpPr>
        <p:spPr>
          <a:xfrm>
            <a:off x="9301218" y="5146521"/>
            <a:ext cx="345379" cy="308965"/>
          </a:xfrm>
          <a:custGeom>
            <a:avLst/>
            <a:gdLst/>
            <a:ahLst/>
            <a:cxnLst/>
            <a:rect l="l" t="t" r="r" b="b"/>
            <a:pathLst>
              <a:path w="2492375" h="384175">
                <a:moveTo>
                  <a:pt x="2491969" y="0"/>
                </a:moveTo>
                <a:lnTo>
                  <a:pt x="0" y="0"/>
                </a:lnTo>
                <a:lnTo>
                  <a:pt x="0" y="384044"/>
                </a:lnTo>
                <a:lnTo>
                  <a:pt x="2491969" y="384044"/>
                </a:lnTo>
                <a:lnTo>
                  <a:pt x="2491969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GB" sz="1800" spc="10" dirty="0">
                <a:solidFill>
                  <a:schemeClr val="bg1"/>
                </a:solidFill>
                <a:latin typeface="Arial"/>
                <a:cs typeface="Arial"/>
              </a:rPr>
              <a:t>C</a:t>
            </a:r>
            <a:endParaRPr lang="de-DE" sz="1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16" name="object 14">
            <a:extLst>
              <a:ext uri="{FF2B5EF4-FFF2-40B4-BE49-F238E27FC236}">
                <a16:creationId xmlns:a16="http://schemas.microsoft.com/office/drawing/2014/main" id="{794C9564-020B-431C-10EC-482ECDAE9850}"/>
              </a:ext>
            </a:extLst>
          </p:cNvPr>
          <p:cNvSpPr/>
          <p:nvPr/>
        </p:nvSpPr>
        <p:spPr>
          <a:xfrm>
            <a:off x="11442700" y="5146520"/>
            <a:ext cx="345379" cy="308965"/>
          </a:xfrm>
          <a:custGeom>
            <a:avLst/>
            <a:gdLst/>
            <a:ahLst/>
            <a:cxnLst/>
            <a:rect l="l" t="t" r="r" b="b"/>
            <a:pathLst>
              <a:path w="2492375" h="384175">
                <a:moveTo>
                  <a:pt x="2491969" y="0"/>
                </a:moveTo>
                <a:lnTo>
                  <a:pt x="0" y="0"/>
                </a:lnTo>
                <a:lnTo>
                  <a:pt x="0" y="384044"/>
                </a:lnTo>
                <a:lnTo>
                  <a:pt x="2491969" y="384044"/>
                </a:lnTo>
                <a:lnTo>
                  <a:pt x="2491969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GB" sz="1800" spc="10" dirty="0">
                <a:solidFill>
                  <a:schemeClr val="bg1"/>
                </a:solidFill>
                <a:latin typeface="Arial"/>
                <a:cs typeface="Arial"/>
              </a:rPr>
              <a:t>C</a:t>
            </a:r>
            <a:endParaRPr lang="de-DE" sz="1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2CF3DA8-7F70-8042-3758-D9B6E5496337}"/>
              </a:ext>
            </a:extLst>
          </p:cNvPr>
          <p:cNvGrpSpPr/>
          <p:nvPr/>
        </p:nvGrpSpPr>
        <p:grpSpPr>
          <a:xfrm>
            <a:off x="434093" y="7520298"/>
            <a:ext cx="6256020" cy="1024036"/>
            <a:chOff x="434785" y="3636001"/>
            <a:chExt cx="6256020" cy="1024036"/>
          </a:xfrm>
        </p:grpSpPr>
        <p:grpSp>
          <p:nvGrpSpPr>
            <p:cNvPr id="222" name="object 8">
              <a:extLst>
                <a:ext uri="{FF2B5EF4-FFF2-40B4-BE49-F238E27FC236}">
                  <a16:creationId xmlns:a16="http://schemas.microsoft.com/office/drawing/2014/main" id="{99B4798B-7D36-7264-FBAA-6BC8779CB9E8}"/>
                </a:ext>
              </a:extLst>
            </p:cNvPr>
            <p:cNvGrpSpPr/>
            <p:nvPr/>
          </p:nvGrpSpPr>
          <p:grpSpPr>
            <a:xfrm>
              <a:off x="434785" y="3636001"/>
              <a:ext cx="6256020" cy="1024036"/>
              <a:chOff x="435006" y="5603301"/>
              <a:chExt cx="6256020" cy="909247"/>
            </a:xfrm>
          </p:grpSpPr>
          <p:sp>
            <p:nvSpPr>
              <p:cNvPr id="224" name="object 9">
                <a:extLst>
                  <a:ext uri="{FF2B5EF4-FFF2-40B4-BE49-F238E27FC236}">
                    <a16:creationId xmlns:a16="http://schemas.microsoft.com/office/drawing/2014/main" id="{083B201F-BDEE-3F56-E76B-9B8FF2F4330A}"/>
                  </a:ext>
                </a:extLst>
              </p:cNvPr>
              <p:cNvSpPr/>
              <p:nvPr/>
            </p:nvSpPr>
            <p:spPr>
              <a:xfrm>
                <a:off x="435006" y="5782119"/>
                <a:ext cx="6256020" cy="730429"/>
              </a:xfrm>
              <a:custGeom>
                <a:avLst/>
                <a:gdLst/>
                <a:ahLst/>
                <a:cxnLst/>
                <a:rect l="l" t="t" r="r" b="b"/>
                <a:pathLst>
                  <a:path w="6256020" h="2294254">
                    <a:moveTo>
                      <a:pt x="6255392" y="0"/>
                    </a:moveTo>
                    <a:lnTo>
                      <a:pt x="0" y="0"/>
                    </a:lnTo>
                    <a:lnTo>
                      <a:pt x="0" y="2293705"/>
                    </a:lnTo>
                    <a:lnTo>
                      <a:pt x="6255392" y="2293705"/>
                    </a:lnTo>
                    <a:lnTo>
                      <a:pt x="6255392" y="0"/>
                    </a:lnTo>
                    <a:close/>
                  </a:path>
                </a:pathLst>
              </a:custGeom>
              <a:solidFill>
                <a:srgbClr val="D6DCD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5" name="object 10">
                <a:extLst>
                  <a:ext uri="{FF2B5EF4-FFF2-40B4-BE49-F238E27FC236}">
                    <a16:creationId xmlns:a16="http://schemas.microsoft.com/office/drawing/2014/main" id="{1BAB4156-9257-3155-A5EF-9EF0245B6DFF}"/>
                  </a:ext>
                </a:extLst>
              </p:cNvPr>
              <p:cNvSpPr/>
              <p:nvPr/>
            </p:nvSpPr>
            <p:spPr>
              <a:xfrm>
                <a:off x="4197821" y="5603301"/>
                <a:ext cx="2492375" cy="342021"/>
              </a:xfrm>
              <a:custGeom>
                <a:avLst/>
                <a:gdLst/>
                <a:ahLst/>
                <a:cxnLst/>
                <a:rect l="l" t="t" r="r" b="b"/>
                <a:pathLst>
                  <a:path w="2492375" h="384175">
                    <a:moveTo>
                      <a:pt x="2491969" y="0"/>
                    </a:moveTo>
                    <a:lnTo>
                      <a:pt x="0" y="0"/>
                    </a:lnTo>
                    <a:lnTo>
                      <a:pt x="0" y="384044"/>
                    </a:lnTo>
                    <a:lnTo>
                      <a:pt x="2491969" y="384044"/>
                    </a:lnTo>
                    <a:lnTo>
                      <a:pt x="2491969" y="0"/>
                    </a:lnTo>
                    <a:close/>
                  </a:path>
                </a:pathLst>
              </a:custGeom>
              <a:solidFill>
                <a:srgbClr val="D61F26"/>
              </a:solidFill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GB" sz="18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Research Question</a:t>
                </a:r>
                <a:endParaRPr lang="en-GB" sz="1800" dirty="0">
                  <a:latin typeface="Arial"/>
                  <a:cs typeface="Arial"/>
                </a:endParaRPr>
              </a:p>
            </p:txBody>
          </p:sp>
        </p:grpSp>
        <p:sp>
          <p:nvSpPr>
            <p:cNvPr id="223" name="object 100">
              <a:extLst>
                <a:ext uri="{FF2B5EF4-FFF2-40B4-BE49-F238E27FC236}">
                  <a16:creationId xmlns:a16="http://schemas.microsoft.com/office/drawing/2014/main" id="{6549EF00-8C28-A50C-0B4D-CE807D4872E9}"/>
                </a:ext>
              </a:extLst>
            </p:cNvPr>
            <p:cNvSpPr txBox="1"/>
            <p:nvPr/>
          </p:nvSpPr>
          <p:spPr>
            <a:xfrm>
              <a:off x="734819" y="4141871"/>
              <a:ext cx="5570685" cy="35458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lang="en-GB" sz="110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</a:rPr>
                <a:t>How can we leverage Large Language Models (LLMs) to </a:t>
              </a:r>
              <a:r>
                <a:rPr lang="en-GB" sz="1100" b="0" i="0" dirty="0" err="1">
                  <a:solidFill>
                    <a:srgbClr val="202124"/>
                  </a:solidFill>
                  <a:effectLst/>
                  <a:latin typeface="Roboto" panose="02000000000000000000" pitchFamily="2" charset="0"/>
                </a:rPr>
                <a:t>analyze</a:t>
              </a:r>
              <a:r>
                <a:rPr lang="en-GB" sz="110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</a:rPr>
                <a:t> emotions in a way that reflects their complex, constructed nature, rather than relying on predefined categories?</a:t>
              </a:r>
              <a:endParaRPr lang="en-GB" sz="1100" dirty="0">
                <a:latin typeface="Roboto"/>
                <a:cs typeface="Roboto"/>
              </a:endParaRPr>
            </a:p>
          </p:txBody>
        </p:sp>
      </p:grpSp>
      <p:sp>
        <p:nvSpPr>
          <p:cNvPr id="234" name="TextBox 233">
            <a:extLst>
              <a:ext uri="{FF2B5EF4-FFF2-40B4-BE49-F238E27FC236}">
                <a16:creationId xmlns:a16="http://schemas.microsoft.com/office/drawing/2014/main" id="{AFC9B847-C1CC-22A5-9DCF-589C535506F5}"/>
              </a:ext>
            </a:extLst>
          </p:cNvPr>
          <p:cNvSpPr txBox="1"/>
          <p:nvPr/>
        </p:nvSpPr>
        <p:spPr>
          <a:xfrm>
            <a:off x="716378" y="15793292"/>
            <a:ext cx="556920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300"/>
              </a:spcAft>
            </a:pPr>
            <a:r>
              <a:rPr lang="en-GB" sz="1100" b="1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Output Structure:</a:t>
            </a:r>
            <a:r>
              <a:rPr lang="en-GB" sz="11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A multi-class JSON with five main fields the LLM </a:t>
            </a:r>
            <a:r>
              <a:rPr lang="en-GB" sz="1100" dirty="0">
                <a:solidFill>
                  <a:srgbClr val="2021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must </a:t>
            </a:r>
            <a:r>
              <a:rPr lang="en-GB" sz="11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generate its response into:</a:t>
            </a:r>
          </a:p>
          <a:p>
            <a:pPr marL="628650" lvl="1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Core Affect Analysis</a:t>
            </a:r>
          </a:p>
          <a:p>
            <a:pPr marL="628650" lvl="1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Cognitive Appraisal &amp; Conceptualization</a:t>
            </a:r>
          </a:p>
          <a:p>
            <a:pPr marL="628650" lvl="1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Cultural &amp; Social Context</a:t>
            </a:r>
          </a:p>
          <a:p>
            <a:pPr marL="628650" lvl="1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Emotion Construction Analysis</a:t>
            </a:r>
          </a:p>
          <a:p>
            <a:pPr marL="628650" lvl="1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Emotional Dynamics &amp; Changes</a:t>
            </a:r>
          </a:p>
          <a:p>
            <a:pPr marL="457200" lvl="1" algn="l" fontAlgn="base">
              <a:spcAft>
                <a:spcPts val="300"/>
              </a:spcAft>
            </a:pPr>
            <a:r>
              <a:rPr lang="en-GB" sz="1100" b="1" i="1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Each field includes sub-fields like "Thought Process," "Analysis,” “Observable Patterns,” “Anomalous Behaviour” and "Rationale."</a:t>
            </a:r>
            <a:endParaRPr lang="en-GB" sz="1100" b="1" i="0" dirty="0">
              <a:solidFill>
                <a:srgbClr val="202124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628650" lvl="1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endParaRPr lang="en-GB" sz="1100" b="0" i="0" dirty="0">
              <a:solidFill>
                <a:srgbClr val="202124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237" name="object 16">
            <a:extLst>
              <a:ext uri="{FF2B5EF4-FFF2-40B4-BE49-F238E27FC236}">
                <a16:creationId xmlns:a16="http://schemas.microsoft.com/office/drawing/2014/main" id="{CF8582FC-AAD2-F713-9694-44025267C370}"/>
              </a:ext>
            </a:extLst>
          </p:cNvPr>
          <p:cNvGrpSpPr/>
          <p:nvPr/>
        </p:nvGrpSpPr>
        <p:grpSpPr>
          <a:xfrm>
            <a:off x="7090989" y="11032035"/>
            <a:ext cx="6665215" cy="1817315"/>
            <a:chOff x="7111714" y="14946168"/>
            <a:chExt cx="6665215" cy="1964147"/>
          </a:xfrm>
        </p:grpSpPr>
        <p:sp>
          <p:nvSpPr>
            <p:cNvPr id="238" name="object 17">
              <a:extLst>
                <a:ext uri="{FF2B5EF4-FFF2-40B4-BE49-F238E27FC236}">
                  <a16:creationId xmlns:a16="http://schemas.microsoft.com/office/drawing/2014/main" id="{5199642F-F69D-A918-CAFF-77A55C73D6EF}"/>
                </a:ext>
              </a:extLst>
            </p:cNvPr>
            <p:cNvSpPr/>
            <p:nvPr/>
          </p:nvSpPr>
          <p:spPr>
            <a:xfrm>
              <a:off x="7111714" y="15119079"/>
              <a:ext cx="6664959" cy="1791236"/>
            </a:xfrm>
            <a:custGeom>
              <a:avLst/>
              <a:gdLst/>
              <a:ahLst/>
              <a:cxnLst/>
              <a:rect l="l" t="t" r="r" b="b"/>
              <a:pathLst>
                <a:path w="6664959" h="2520950">
                  <a:moveTo>
                    <a:pt x="6664808" y="0"/>
                  </a:moveTo>
                  <a:lnTo>
                    <a:pt x="0" y="0"/>
                  </a:lnTo>
                  <a:lnTo>
                    <a:pt x="0" y="2520647"/>
                  </a:lnTo>
                  <a:lnTo>
                    <a:pt x="6664808" y="2520647"/>
                  </a:lnTo>
                  <a:lnTo>
                    <a:pt x="6664808" y="0"/>
                  </a:lnTo>
                  <a:close/>
                </a:path>
              </a:pathLst>
            </a:custGeom>
            <a:solidFill>
              <a:srgbClr val="D6DC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18">
              <a:extLst>
                <a:ext uri="{FF2B5EF4-FFF2-40B4-BE49-F238E27FC236}">
                  <a16:creationId xmlns:a16="http://schemas.microsoft.com/office/drawing/2014/main" id="{4D8CF150-823C-2B24-BE86-01150DDCC86D}"/>
                </a:ext>
              </a:extLst>
            </p:cNvPr>
            <p:cNvSpPr/>
            <p:nvPr/>
          </p:nvSpPr>
          <p:spPr>
            <a:xfrm>
              <a:off x="11284554" y="14946168"/>
              <a:ext cx="2492375" cy="384175"/>
            </a:xfrm>
            <a:custGeom>
              <a:avLst/>
              <a:gdLst/>
              <a:ahLst/>
              <a:cxnLst/>
              <a:rect l="l" t="t" r="r" b="b"/>
              <a:pathLst>
                <a:path w="2492375" h="384175">
                  <a:moveTo>
                    <a:pt x="2491969" y="0"/>
                  </a:moveTo>
                  <a:lnTo>
                    <a:pt x="0" y="0"/>
                  </a:lnTo>
                  <a:lnTo>
                    <a:pt x="0" y="384044"/>
                  </a:lnTo>
                  <a:lnTo>
                    <a:pt x="2491969" y="384044"/>
                  </a:lnTo>
                  <a:lnTo>
                    <a:pt x="2491969" y="0"/>
                  </a:lnTo>
                  <a:close/>
                </a:path>
              </a:pathLst>
            </a:custGeom>
            <a:solidFill>
              <a:srgbClr val="D61F26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en-GB" b="0" i="0" dirty="0">
                  <a:solidFill>
                    <a:schemeClr val="bg1"/>
                  </a:solidFill>
                  <a:effectLst/>
                  <a:latin typeface="Roboto" panose="02000000000000000000" pitchFamily="2" charset="0"/>
                </a:rPr>
                <a:t>Results</a:t>
              </a:r>
              <a:endPara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0" name="TextBox 239">
            <a:extLst>
              <a:ext uri="{FF2B5EF4-FFF2-40B4-BE49-F238E27FC236}">
                <a16:creationId xmlns:a16="http://schemas.microsoft.com/office/drawing/2014/main" id="{126B5258-F54A-67F3-CBD3-17DDBE309A13}"/>
              </a:ext>
            </a:extLst>
          </p:cNvPr>
          <p:cNvSpPr txBox="1"/>
          <p:nvPr/>
        </p:nvSpPr>
        <p:spPr>
          <a:xfrm>
            <a:off x="7365355" y="11427072"/>
            <a:ext cx="619557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1" i="0" dirty="0">
                <a:solidFill>
                  <a:srgbClr val="202124"/>
                </a:solidFill>
                <a:effectLst/>
                <a:latin typeface="inherit"/>
              </a:rPr>
              <a:t>Contextualized Emotion Analysis: </a:t>
            </a:r>
            <a:r>
              <a:rPr lang="en-GB" sz="1100" b="0" i="0" dirty="0">
                <a:solidFill>
                  <a:srgbClr val="202124"/>
                </a:solidFill>
                <a:effectLst/>
                <a:latin typeface="inherit"/>
              </a:rPr>
              <a:t>The LLM successfully </a:t>
            </a:r>
            <a:r>
              <a:rPr lang="en-GB" sz="1100" b="0" i="0" dirty="0" err="1">
                <a:solidFill>
                  <a:srgbClr val="202124"/>
                </a:solidFill>
                <a:effectLst/>
                <a:latin typeface="inherit"/>
              </a:rPr>
              <a:t>analyzes</a:t>
            </a:r>
            <a:r>
              <a:rPr lang="en-GB" sz="1100" b="0" i="0" dirty="0">
                <a:solidFill>
                  <a:srgbClr val="202124"/>
                </a:solidFill>
                <a:effectLst/>
                <a:latin typeface="inherit"/>
              </a:rPr>
              <a:t> emotions considering individual user contexts (see Table 1 examples).</a:t>
            </a:r>
          </a:p>
          <a:p>
            <a:pPr marL="171450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1" i="0" dirty="0">
                <a:solidFill>
                  <a:srgbClr val="202124"/>
                </a:solidFill>
                <a:effectLst/>
                <a:latin typeface="inherit"/>
              </a:rPr>
              <a:t>Beyond Simple Categories: </a:t>
            </a:r>
            <a:r>
              <a:rPr lang="en-GB" sz="1100" b="0" i="0" dirty="0">
                <a:solidFill>
                  <a:srgbClr val="202124"/>
                </a:solidFill>
                <a:effectLst/>
                <a:latin typeface="inherit"/>
              </a:rPr>
              <a:t>Captures nuanced emotional dynamics, going beyond traditional categorical approaches.</a:t>
            </a:r>
          </a:p>
          <a:p>
            <a:pPr marL="171450" indent="-171450" algn="l" fontAlgn="base">
              <a:spcAft>
                <a:spcPts val="300"/>
              </a:spcAft>
              <a:buFont typeface="Wingdings" pitchFamily="2" charset="2"/>
              <a:buChar char="§"/>
            </a:pPr>
            <a:r>
              <a:rPr lang="en-GB" sz="1100" b="1" i="0" dirty="0">
                <a:solidFill>
                  <a:srgbClr val="202124"/>
                </a:solidFill>
                <a:effectLst/>
                <a:latin typeface="inherit"/>
              </a:rPr>
              <a:t>Efficient Processing: </a:t>
            </a:r>
            <a:r>
              <a:rPr lang="en-GB" sz="1100" b="0" i="0" dirty="0">
                <a:solidFill>
                  <a:srgbClr val="202124"/>
                </a:solidFill>
                <a:effectLst/>
                <a:latin typeface="inherit"/>
              </a:rPr>
              <a:t>Demonstrates efficient processing of large text volumes (21,671 tokens in ~60 seconds for </a:t>
            </a:r>
            <a:r>
              <a:rPr lang="en-GB" sz="1100" b="0" i="1" dirty="0">
                <a:solidFill>
                  <a:srgbClr val="20212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~$0.035</a:t>
            </a:r>
            <a:r>
              <a:rPr lang="en-GB" sz="1100" b="0" i="0" dirty="0">
                <a:solidFill>
                  <a:srgbClr val="202124"/>
                </a:solidFill>
                <a:effectLst/>
                <a:latin typeface="inherit"/>
              </a:rPr>
              <a:t>), showcasing scalability.</a:t>
            </a:r>
          </a:p>
        </p:txBody>
      </p:sp>
      <p:pic>
        <p:nvPicPr>
          <p:cNvPr id="241" name="object 86">
            <a:extLst>
              <a:ext uri="{FF2B5EF4-FFF2-40B4-BE49-F238E27FC236}">
                <a16:creationId xmlns:a16="http://schemas.microsoft.com/office/drawing/2014/main" id="{F774409E-EEEC-4BC7-BB2A-5F0457CE3D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537" y="18257913"/>
            <a:ext cx="337804" cy="3252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F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3366</TotalTime>
  <Words>1385</Words>
  <Application>Microsoft Macintosh PowerPoint</Application>
  <PresentationFormat>Custom</PresentationFormat>
  <Paragraphs>100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Helvetica</vt:lpstr>
      <vt:lpstr>inherit</vt:lpstr>
      <vt:lpstr>Roboto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Klüwer, Nils</cp:lastModifiedBy>
  <cp:revision>1</cp:revision>
  <dcterms:created xsi:type="dcterms:W3CDTF">2025-02-28T09:28:19Z</dcterms:created>
  <dcterms:modified xsi:type="dcterms:W3CDTF">2025-03-12T10:27:23Z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2024-10-04T00:00:00Z</vt:filetime>
  </property>
  <property fmtid="{D5CDD505-2E9C-101B-9397-08002B2CF9AE}" pid="3" name="Creator">
    <vt:lpwstr>TeX</vt:lpwstr>
  </property>
  <property fmtid="{D5CDD505-2E9C-101B-9397-08002B2CF9AE}" pid="4" name="LastSaved">
    <vt:filetime>2025-02-28T00:00:00Z</vt:filetime>
  </property>
  <property fmtid="{D5CDD505-2E9C-101B-9397-08002B2CF9AE}" pid="5" name="PTEX.Fullbanner">
    <vt:lpwstr>This is pdfTeX, Version 3.141592653-2.6-1.40.22 (TeX Live 2021/TeX Live for SUSE Linux) kpathsea version 6.3.3</vt:lpwstr>
  </property>
  <property fmtid="{D5CDD505-2E9C-101B-9397-08002B2CF9AE}" pid="6" name="Producer">
    <vt:lpwstr>pdfTeX-1.40.22</vt:lpwstr>
  </property>
</Properties>
</file>