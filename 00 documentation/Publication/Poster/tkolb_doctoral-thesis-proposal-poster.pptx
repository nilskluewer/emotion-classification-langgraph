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14198600" cy="20104100"/>
  <p:notesSz cx="14198600" cy="201041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5371" y="6232271"/>
            <a:ext cx="12074208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30742" y="11258296"/>
            <a:ext cx="994346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10247" y="4623943"/>
            <a:ext cx="6179153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7315549" y="4623943"/>
            <a:ext cx="6179153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Relationship Id="rId18" Type="http://schemas.openxmlformats.org/officeDocument/2006/relationships/image" Target="../media/image1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0695"/>
            <a:ext cx="14199869" cy="3378200"/>
          </a:xfrm>
          <a:custGeom>
            <a:avLst/>
            <a:gdLst/>
            <a:ahLst/>
            <a:cxnLst/>
            <a:rect l="l" t="t" r="r" b="b"/>
            <a:pathLst>
              <a:path w="14199869" h="3378200">
                <a:moveTo>
                  <a:pt x="0" y="3378061"/>
                </a:moveTo>
                <a:lnTo>
                  <a:pt x="14199571" y="3378061"/>
                </a:lnTo>
                <a:lnTo>
                  <a:pt x="14199571" y="0"/>
                </a:lnTo>
                <a:lnTo>
                  <a:pt x="0" y="0"/>
                </a:lnTo>
                <a:lnTo>
                  <a:pt x="0" y="3378061"/>
                </a:lnTo>
                <a:close/>
              </a:path>
            </a:pathLst>
          </a:custGeom>
          <a:solidFill>
            <a:srgbClr val="E4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95142" y="307074"/>
            <a:ext cx="1045844" cy="1012825"/>
          </a:xfrm>
          <a:custGeom>
            <a:avLst/>
            <a:gdLst/>
            <a:ahLst/>
            <a:cxnLst/>
            <a:rect l="l" t="t" r="r" b="b"/>
            <a:pathLst>
              <a:path w="1045844" h="1012825">
                <a:moveTo>
                  <a:pt x="1045667" y="0"/>
                </a:moveTo>
                <a:lnTo>
                  <a:pt x="0" y="0"/>
                </a:lnTo>
                <a:lnTo>
                  <a:pt x="0" y="1012645"/>
                </a:lnTo>
                <a:lnTo>
                  <a:pt x="1045667" y="1012645"/>
                </a:lnTo>
                <a:lnTo>
                  <a:pt x="104566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95142" y="307074"/>
            <a:ext cx="1045844" cy="1012825"/>
          </a:xfrm>
          <a:custGeom>
            <a:avLst/>
            <a:gdLst/>
            <a:ahLst/>
            <a:cxnLst/>
            <a:rect l="l" t="t" r="r" b="b"/>
            <a:pathLst>
              <a:path w="1045844" h="1012825">
                <a:moveTo>
                  <a:pt x="1045667" y="1012645"/>
                </a:moveTo>
                <a:lnTo>
                  <a:pt x="0" y="1012645"/>
                </a:lnTo>
                <a:lnTo>
                  <a:pt x="0" y="0"/>
                </a:lnTo>
                <a:lnTo>
                  <a:pt x="1045667" y="0"/>
                </a:lnTo>
                <a:lnTo>
                  <a:pt x="1045667" y="1012645"/>
                </a:lnTo>
                <a:close/>
              </a:path>
            </a:pathLst>
          </a:custGeom>
          <a:ln w="4206">
            <a:solidFill>
              <a:srgbClr val="231F2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12143" y="722158"/>
            <a:ext cx="459806" cy="209203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2844271" y="722157"/>
            <a:ext cx="31750" cy="209550"/>
          </a:xfrm>
          <a:custGeom>
            <a:avLst/>
            <a:gdLst/>
            <a:ahLst/>
            <a:cxnLst/>
            <a:rect l="l" t="t" r="r" b="b"/>
            <a:pathLst>
              <a:path w="31750" h="209550">
                <a:moveTo>
                  <a:pt x="31747" y="0"/>
                </a:moveTo>
                <a:lnTo>
                  <a:pt x="0" y="0"/>
                </a:lnTo>
                <a:lnTo>
                  <a:pt x="0" y="209203"/>
                </a:lnTo>
                <a:lnTo>
                  <a:pt x="31747" y="209203"/>
                </a:lnTo>
                <a:lnTo>
                  <a:pt x="31747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52455" y="720397"/>
            <a:ext cx="149237" cy="212725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78542" y="722158"/>
            <a:ext cx="152490" cy="209203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301430" y="721816"/>
            <a:ext cx="133985" cy="209550"/>
          </a:xfrm>
          <a:custGeom>
            <a:avLst/>
            <a:gdLst/>
            <a:ahLst/>
            <a:cxnLst/>
            <a:rect l="l" t="t" r="r" b="b"/>
            <a:pathLst>
              <a:path w="133985" h="209550">
                <a:moveTo>
                  <a:pt x="133680" y="0"/>
                </a:moveTo>
                <a:lnTo>
                  <a:pt x="0" y="0"/>
                </a:lnTo>
                <a:lnTo>
                  <a:pt x="0" y="29210"/>
                </a:lnTo>
                <a:lnTo>
                  <a:pt x="0" y="90170"/>
                </a:lnTo>
                <a:lnTo>
                  <a:pt x="0" y="118110"/>
                </a:lnTo>
                <a:lnTo>
                  <a:pt x="0" y="181610"/>
                </a:lnTo>
                <a:lnTo>
                  <a:pt x="0" y="209550"/>
                </a:lnTo>
                <a:lnTo>
                  <a:pt x="133680" y="209550"/>
                </a:lnTo>
                <a:lnTo>
                  <a:pt x="133680" y="181610"/>
                </a:lnTo>
                <a:lnTo>
                  <a:pt x="31737" y="181610"/>
                </a:lnTo>
                <a:lnTo>
                  <a:pt x="31737" y="118110"/>
                </a:lnTo>
                <a:lnTo>
                  <a:pt x="118706" y="118110"/>
                </a:lnTo>
                <a:lnTo>
                  <a:pt x="118706" y="90170"/>
                </a:lnTo>
                <a:lnTo>
                  <a:pt x="31737" y="90170"/>
                </a:lnTo>
                <a:lnTo>
                  <a:pt x="31737" y="29210"/>
                </a:lnTo>
                <a:lnTo>
                  <a:pt x="133680" y="29210"/>
                </a:lnTo>
                <a:lnTo>
                  <a:pt x="133680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109859" y="722158"/>
            <a:ext cx="162780" cy="209203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2049344" y="722157"/>
            <a:ext cx="31750" cy="209550"/>
          </a:xfrm>
          <a:custGeom>
            <a:avLst/>
            <a:gdLst/>
            <a:ahLst/>
            <a:cxnLst/>
            <a:rect l="l" t="t" r="r" b="b"/>
            <a:pathLst>
              <a:path w="31750" h="209550">
                <a:moveTo>
                  <a:pt x="31729" y="0"/>
                </a:moveTo>
                <a:lnTo>
                  <a:pt x="0" y="0"/>
                </a:lnTo>
                <a:lnTo>
                  <a:pt x="0" y="209203"/>
                </a:lnTo>
                <a:lnTo>
                  <a:pt x="31729" y="209203"/>
                </a:lnTo>
                <a:lnTo>
                  <a:pt x="31729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37223" y="722158"/>
            <a:ext cx="157489" cy="209203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635697" y="722159"/>
            <a:ext cx="150148" cy="210961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3039668" y="344816"/>
            <a:ext cx="148590" cy="356235"/>
          </a:xfrm>
          <a:custGeom>
            <a:avLst/>
            <a:gdLst/>
            <a:ahLst/>
            <a:cxnLst/>
            <a:rect l="l" t="t" r="r" b="b"/>
            <a:pathLst>
              <a:path w="148589" h="356234">
                <a:moveTo>
                  <a:pt x="83362" y="323875"/>
                </a:moveTo>
                <a:lnTo>
                  <a:pt x="56349" y="323875"/>
                </a:lnTo>
                <a:lnTo>
                  <a:pt x="56349" y="355612"/>
                </a:lnTo>
                <a:lnTo>
                  <a:pt x="83362" y="355612"/>
                </a:lnTo>
                <a:lnTo>
                  <a:pt x="83362" y="323875"/>
                </a:lnTo>
                <a:close/>
              </a:path>
              <a:path w="148589" h="356234">
                <a:moveTo>
                  <a:pt x="146837" y="323875"/>
                </a:moveTo>
                <a:lnTo>
                  <a:pt x="119799" y="323875"/>
                </a:lnTo>
                <a:lnTo>
                  <a:pt x="119799" y="355612"/>
                </a:lnTo>
                <a:lnTo>
                  <a:pt x="146837" y="355612"/>
                </a:lnTo>
                <a:lnTo>
                  <a:pt x="146837" y="323875"/>
                </a:lnTo>
                <a:close/>
              </a:path>
              <a:path w="148589" h="356234">
                <a:moveTo>
                  <a:pt x="148386" y="0"/>
                </a:moveTo>
                <a:lnTo>
                  <a:pt x="116649" y="0"/>
                </a:lnTo>
                <a:lnTo>
                  <a:pt x="116649" y="90170"/>
                </a:lnTo>
                <a:lnTo>
                  <a:pt x="31750" y="90170"/>
                </a:lnTo>
                <a:lnTo>
                  <a:pt x="31750" y="0"/>
                </a:lnTo>
                <a:lnTo>
                  <a:pt x="0" y="0"/>
                </a:lnTo>
                <a:lnTo>
                  <a:pt x="0" y="90170"/>
                </a:lnTo>
                <a:lnTo>
                  <a:pt x="0" y="118110"/>
                </a:lnTo>
                <a:lnTo>
                  <a:pt x="0" y="209550"/>
                </a:lnTo>
                <a:lnTo>
                  <a:pt x="31750" y="209550"/>
                </a:lnTo>
                <a:lnTo>
                  <a:pt x="31750" y="118110"/>
                </a:lnTo>
                <a:lnTo>
                  <a:pt x="116649" y="118110"/>
                </a:lnTo>
                <a:lnTo>
                  <a:pt x="116649" y="209550"/>
                </a:lnTo>
                <a:lnTo>
                  <a:pt x="148386" y="209550"/>
                </a:lnTo>
                <a:lnTo>
                  <a:pt x="148386" y="118110"/>
                </a:lnTo>
                <a:lnTo>
                  <a:pt x="148386" y="90170"/>
                </a:lnTo>
                <a:lnTo>
                  <a:pt x="148386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847524" y="343400"/>
            <a:ext cx="149839" cy="212725"/>
          </a:xfrm>
          <a:prstGeom prst="rect">
            <a:avLst/>
          </a:prstGeom>
        </p:spPr>
      </p:pic>
      <p:pic>
        <p:nvPicPr>
          <p:cNvPr id="30" name="bg 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63326" y="343399"/>
            <a:ext cx="149255" cy="212725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2595461" y="345161"/>
            <a:ext cx="31750" cy="209550"/>
          </a:xfrm>
          <a:custGeom>
            <a:avLst/>
            <a:gdLst/>
            <a:ahLst/>
            <a:cxnLst/>
            <a:rect l="l" t="t" r="r" b="b"/>
            <a:pathLst>
              <a:path w="31750" h="209550">
                <a:moveTo>
                  <a:pt x="31735" y="0"/>
                </a:moveTo>
                <a:lnTo>
                  <a:pt x="0" y="0"/>
                </a:lnTo>
                <a:lnTo>
                  <a:pt x="0" y="209197"/>
                </a:lnTo>
                <a:lnTo>
                  <a:pt x="31735" y="209197"/>
                </a:lnTo>
                <a:lnTo>
                  <a:pt x="31735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383344" y="345162"/>
            <a:ext cx="157489" cy="209197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2180310" y="344816"/>
            <a:ext cx="148590" cy="209550"/>
          </a:xfrm>
          <a:custGeom>
            <a:avLst/>
            <a:gdLst/>
            <a:ahLst/>
            <a:cxnLst/>
            <a:rect l="l" t="t" r="r" b="b"/>
            <a:pathLst>
              <a:path w="148589" h="209550">
                <a:moveTo>
                  <a:pt x="148374" y="0"/>
                </a:moveTo>
                <a:lnTo>
                  <a:pt x="116649" y="0"/>
                </a:lnTo>
                <a:lnTo>
                  <a:pt x="116649" y="90170"/>
                </a:lnTo>
                <a:lnTo>
                  <a:pt x="31737" y="90170"/>
                </a:lnTo>
                <a:lnTo>
                  <a:pt x="31737" y="0"/>
                </a:lnTo>
                <a:lnTo>
                  <a:pt x="0" y="0"/>
                </a:lnTo>
                <a:lnTo>
                  <a:pt x="0" y="90170"/>
                </a:lnTo>
                <a:lnTo>
                  <a:pt x="0" y="118110"/>
                </a:lnTo>
                <a:lnTo>
                  <a:pt x="0" y="209550"/>
                </a:lnTo>
                <a:lnTo>
                  <a:pt x="31737" y="209550"/>
                </a:lnTo>
                <a:lnTo>
                  <a:pt x="31737" y="118110"/>
                </a:lnTo>
                <a:lnTo>
                  <a:pt x="116649" y="118110"/>
                </a:lnTo>
                <a:lnTo>
                  <a:pt x="116649" y="209550"/>
                </a:lnTo>
                <a:lnTo>
                  <a:pt x="148374" y="209550"/>
                </a:lnTo>
                <a:lnTo>
                  <a:pt x="148374" y="118110"/>
                </a:lnTo>
                <a:lnTo>
                  <a:pt x="148374" y="90170"/>
                </a:lnTo>
                <a:lnTo>
                  <a:pt x="14837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4" name="bg object 3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988159" y="343400"/>
            <a:ext cx="149845" cy="212725"/>
          </a:xfrm>
          <a:prstGeom prst="rect">
            <a:avLst/>
          </a:prstGeom>
        </p:spPr>
      </p:pic>
      <p:sp>
        <p:nvSpPr>
          <p:cNvPr id="35" name="bg object 35"/>
          <p:cNvSpPr/>
          <p:nvPr/>
        </p:nvSpPr>
        <p:spPr>
          <a:xfrm>
            <a:off x="1635696" y="344816"/>
            <a:ext cx="1741170" cy="209550"/>
          </a:xfrm>
          <a:custGeom>
            <a:avLst/>
            <a:gdLst/>
            <a:ahLst/>
            <a:cxnLst/>
            <a:rect l="l" t="t" r="r" b="b"/>
            <a:pathLst>
              <a:path w="1741170" h="209550">
                <a:moveTo>
                  <a:pt x="146900" y="914"/>
                </a:moveTo>
                <a:lnTo>
                  <a:pt x="0" y="914"/>
                </a:lnTo>
                <a:lnTo>
                  <a:pt x="0" y="28854"/>
                </a:lnTo>
                <a:lnTo>
                  <a:pt x="57581" y="28854"/>
                </a:lnTo>
                <a:lnTo>
                  <a:pt x="57581" y="209194"/>
                </a:lnTo>
                <a:lnTo>
                  <a:pt x="89319" y="209194"/>
                </a:lnTo>
                <a:lnTo>
                  <a:pt x="89319" y="28854"/>
                </a:lnTo>
                <a:lnTo>
                  <a:pt x="146900" y="28854"/>
                </a:lnTo>
                <a:lnTo>
                  <a:pt x="146900" y="914"/>
                </a:lnTo>
                <a:close/>
              </a:path>
              <a:path w="1741170" h="209550">
                <a:moveTo>
                  <a:pt x="316674" y="0"/>
                </a:moveTo>
                <a:lnTo>
                  <a:pt x="182994" y="0"/>
                </a:lnTo>
                <a:lnTo>
                  <a:pt x="182994" y="29210"/>
                </a:lnTo>
                <a:lnTo>
                  <a:pt x="182994" y="90170"/>
                </a:lnTo>
                <a:lnTo>
                  <a:pt x="182994" y="118110"/>
                </a:lnTo>
                <a:lnTo>
                  <a:pt x="182994" y="181610"/>
                </a:lnTo>
                <a:lnTo>
                  <a:pt x="182994" y="209550"/>
                </a:lnTo>
                <a:lnTo>
                  <a:pt x="316674" y="209550"/>
                </a:lnTo>
                <a:lnTo>
                  <a:pt x="316674" y="181610"/>
                </a:lnTo>
                <a:lnTo>
                  <a:pt x="214718" y="181610"/>
                </a:lnTo>
                <a:lnTo>
                  <a:pt x="214718" y="118110"/>
                </a:lnTo>
                <a:lnTo>
                  <a:pt x="301688" y="118110"/>
                </a:lnTo>
                <a:lnTo>
                  <a:pt x="301688" y="90170"/>
                </a:lnTo>
                <a:lnTo>
                  <a:pt x="214718" y="90170"/>
                </a:lnTo>
                <a:lnTo>
                  <a:pt x="214718" y="29210"/>
                </a:lnTo>
                <a:lnTo>
                  <a:pt x="316674" y="29210"/>
                </a:lnTo>
                <a:lnTo>
                  <a:pt x="316674" y="0"/>
                </a:lnTo>
                <a:close/>
              </a:path>
              <a:path w="1741170" h="209550">
                <a:moveTo>
                  <a:pt x="1740687" y="0"/>
                </a:moveTo>
                <a:lnTo>
                  <a:pt x="1607019" y="0"/>
                </a:lnTo>
                <a:lnTo>
                  <a:pt x="1607019" y="29210"/>
                </a:lnTo>
                <a:lnTo>
                  <a:pt x="1607019" y="90170"/>
                </a:lnTo>
                <a:lnTo>
                  <a:pt x="1607019" y="118110"/>
                </a:lnTo>
                <a:lnTo>
                  <a:pt x="1607019" y="181610"/>
                </a:lnTo>
                <a:lnTo>
                  <a:pt x="1607019" y="209550"/>
                </a:lnTo>
                <a:lnTo>
                  <a:pt x="1740687" y="209550"/>
                </a:lnTo>
                <a:lnTo>
                  <a:pt x="1740687" y="181610"/>
                </a:lnTo>
                <a:lnTo>
                  <a:pt x="1638757" y="181610"/>
                </a:lnTo>
                <a:lnTo>
                  <a:pt x="1638757" y="118110"/>
                </a:lnTo>
                <a:lnTo>
                  <a:pt x="1725714" y="118110"/>
                </a:lnTo>
                <a:lnTo>
                  <a:pt x="1725714" y="90170"/>
                </a:lnTo>
                <a:lnTo>
                  <a:pt x="1638757" y="90170"/>
                </a:lnTo>
                <a:lnTo>
                  <a:pt x="1638757" y="29210"/>
                </a:lnTo>
                <a:lnTo>
                  <a:pt x="1740687" y="29210"/>
                </a:lnTo>
                <a:lnTo>
                  <a:pt x="1740687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bg object 3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35695" y="1085074"/>
            <a:ext cx="249459" cy="209203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179154" y="1085073"/>
            <a:ext cx="157471" cy="209203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229806" y="225208"/>
            <a:ext cx="1906270" cy="1191895"/>
          </a:xfrm>
          <a:custGeom>
            <a:avLst/>
            <a:gdLst/>
            <a:ahLst/>
            <a:cxnLst/>
            <a:rect l="l" t="t" r="r" b="b"/>
            <a:pathLst>
              <a:path w="1906270" h="1191895">
                <a:moveTo>
                  <a:pt x="1191704" y="1069708"/>
                </a:moveTo>
                <a:lnTo>
                  <a:pt x="1191653" y="859993"/>
                </a:lnTo>
                <a:lnTo>
                  <a:pt x="1191615" y="710171"/>
                </a:lnTo>
                <a:lnTo>
                  <a:pt x="1191501" y="246964"/>
                </a:lnTo>
                <a:lnTo>
                  <a:pt x="1191463" y="119710"/>
                </a:lnTo>
                <a:lnTo>
                  <a:pt x="1191463" y="119227"/>
                </a:lnTo>
                <a:lnTo>
                  <a:pt x="1182128" y="72821"/>
                </a:lnTo>
                <a:lnTo>
                  <a:pt x="1156665" y="34925"/>
                </a:lnTo>
                <a:lnTo>
                  <a:pt x="1118870" y="9372"/>
                </a:lnTo>
                <a:lnTo>
                  <a:pt x="1072540" y="0"/>
                </a:lnTo>
                <a:lnTo>
                  <a:pt x="1070495" y="0"/>
                </a:lnTo>
                <a:lnTo>
                  <a:pt x="1070495" y="859993"/>
                </a:lnTo>
                <a:lnTo>
                  <a:pt x="1070495" y="1069708"/>
                </a:lnTo>
                <a:lnTo>
                  <a:pt x="1033970" y="1069708"/>
                </a:lnTo>
                <a:lnTo>
                  <a:pt x="950899" y="940993"/>
                </a:lnTo>
                <a:lnTo>
                  <a:pt x="950899" y="1069708"/>
                </a:lnTo>
                <a:lnTo>
                  <a:pt x="909967" y="1069708"/>
                </a:lnTo>
                <a:lnTo>
                  <a:pt x="909967" y="859993"/>
                </a:lnTo>
                <a:lnTo>
                  <a:pt x="946492" y="859993"/>
                </a:lnTo>
                <a:lnTo>
                  <a:pt x="1029550" y="988415"/>
                </a:lnTo>
                <a:lnTo>
                  <a:pt x="1029550" y="859993"/>
                </a:lnTo>
                <a:lnTo>
                  <a:pt x="1070495" y="859993"/>
                </a:lnTo>
                <a:lnTo>
                  <a:pt x="1070495" y="0"/>
                </a:lnTo>
                <a:lnTo>
                  <a:pt x="1069924" y="0"/>
                </a:lnTo>
                <a:lnTo>
                  <a:pt x="1069924" y="119710"/>
                </a:lnTo>
                <a:lnTo>
                  <a:pt x="1069924" y="472465"/>
                </a:lnTo>
                <a:lnTo>
                  <a:pt x="1064463" y="523544"/>
                </a:lnTo>
                <a:lnTo>
                  <a:pt x="1048766" y="570890"/>
                </a:lnTo>
                <a:lnTo>
                  <a:pt x="1023988" y="613308"/>
                </a:lnTo>
                <a:lnTo>
                  <a:pt x="991323" y="649579"/>
                </a:lnTo>
                <a:lnTo>
                  <a:pt x="951928" y="678535"/>
                </a:lnTo>
                <a:lnTo>
                  <a:pt x="906729" y="699058"/>
                </a:lnTo>
                <a:lnTo>
                  <a:pt x="906449" y="699058"/>
                </a:lnTo>
                <a:lnTo>
                  <a:pt x="857656" y="709612"/>
                </a:lnTo>
                <a:lnTo>
                  <a:pt x="852398" y="710158"/>
                </a:lnTo>
                <a:lnTo>
                  <a:pt x="852385" y="581279"/>
                </a:lnTo>
                <a:lnTo>
                  <a:pt x="854329" y="580936"/>
                </a:lnTo>
                <a:lnTo>
                  <a:pt x="855421" y="580758"/>
                </a:lnTo>
                <a:lnTo>
                  <a:pt x="857656" y="580250"/>
                </a:lnTo>
                <a:lnTo>
                  <a:pt x="890917" y="565213"/>
                </a:lnTo>
                <a:lnTo>
                  <a:pt x="917409" y="540131"/>
                </a:lnTo>
                <a:lnTo>
                  <a:pt x="934910" y="507695"/>
                </a:lnTo>
                <a:lnTo>
                  <a:pt x="941235" y="470623"/>
                </a:lnTo>
                <a:lnTo>
                  <a:pt x="940142" y="119710"/>
                </a:lnTo>
                <a:lnTo>
                  <a:pt x="1069924" y="119710"/>
                </a:lnTo>
                <a:lnTo>
                  <a:pt x="1069924" y="0"/>
                </a:lnTo>
                <a:lnTo>
                  <a:pt x="813777" y="0"/>
                </a:lnTo>
                <a:lnTo>
                  <a:pt x="813777" y="710171"/>
                </a:lnTo>
                <a:lnTo>
                  <a:pt x="807046" y="709612"/>
                </a:lnTo>
                <a:lnTo>
                  <a:pt x="793940" y="706805"/>
                </a:lnTo>
                <a:lnTo>
                  <a:pt x="777163" y="703224"/>
                </a:lnTo>
                <a:lnTo>
                  <a:pt x="777163" y="859993"/>
                </a:lnTo>
                <a:lnTo>
                  <a:pt x="777163" y="896518"/>
                </a:lnTo>
                <a:lnTo>
                  <a:pt x="679970" y="896518"/>
                </a:lnTo>
                <a:lnTo>
                  <a:pt x="679970" y="945705"/>
                </a:lnTo>
                <a:lnTo>
                  <a:pt x="762749" y="945705"/>
                </a:lnTo>
                <a:lnTo>
                  <a:pt x="762749" y="982230"/>
                </a:lnTo>
                <a:lnTo>
                  <a:pt x="679970" y="982230"/>
                </a:lnTo>
                <a:lnTo>
                  <a:pt x="679970" y="1033195"/>
                </a:lnTo>
                <a:lnTo>
                  <a:pt x="777163" y="1033195"/>
                </a:lnTo>
                <a:lnTo>
                  <a:pt x="777163" y="1069708"/>
                </a:lnTo>
                <a:lnTo>
                  <a:pt x="639025" y="1069708"/>
                </a:lnTo>
                <a:lnTo>
                  <a:pt x="639025" y="859993"/>
                </a:lnTo>
                <a:lnTo>
                  <a:pt x="777163" y="859993"/>
                </a:lnTo>
                <a:lnTo>
                  <a:pt x="777163" y="703224"/>
                </a:lnTo>
                <a:lnTo>
                  <a:pt x="712939" y="678853"/>
                </a:lnTo>
                <a:lnTo>
                  <a:pt x="673709" y="650151"/>
                </a:lnTo>
                <a:lnTo>
                  <a:pt x="641210" y="614133"/>
                </a:lnTo>
                <a:lnTo>
                  <a:pt x="616585" y="571957"/>
                </a:lnTo>
                <a:lnTo>
                  <a:pt x="600976" y="524776"/>
                </a:lnTo>
                <a:lnTo>
                  <a:pt x="595515" y="473760"/>
                </a:lnTo>
                <a:lnTo>
                  <a:pt x="595515" y="283972"/>
                </a:lnTo>
                <a:lnTo>
                  <a:pt x="595515" y="246964"/>
                </a:lnTo>
                <a:lnTo>
                  <a:pt x="595515" y="119710"/>
                </a:lnTo>
                <a:lnTo>
                  <a:pt x="724484" y="119710"/>
                </a:lnTo>
                <a:lnTo>
                  <a:pt x="724382" y="283972"/>
                </a:lnTo>
                <a:lnTo>
                  <a:pt x="724268" y="470623"/>
                </a:lnTo>
                <a:lnTo>
                  <a:pt x="748106" y="540131"/>
                </a:lnTo>
                <a:lnTo>
                  <a:pt x="807834" y="580250"/>
                </a:lnTo>
                <a:lnTo>
                  <a:pt x="813739" y="581469"/>
                </a:lnTo>
                <a:lnTo>
                  <a:pt x="813777" y="710171"/>
                </a:lnTo>
                <a:lnTo>
                  <a:pt x="813777" y="0"/>
                </a:lnTo>
                <a:lnTo>
                  <a:pt x="536689" y="0"/>
                </a:lnTo>
                <a:lnTo>
                  <a:pt x="536689" y="119710"/>
                </a:lnTo>
                <a:lnTo>
                  <a:pt x="536689" y="246964"/>
                </a:lnTo>
                <a:lnTo>
                  <a:pt x="498779" y="246964"/>
                </a:lnTo>
                <a:lnTo>
                  <a:pt x="498779" y="859993"/>
                </a:lnTo>
                <a:lnTo>
                  <a:pt x="498779" y="1069708"/>
                </a:lnTo>
                <a:lnTo>
                  <a:pt x="457835" y="1069708"/>
                </a:lnTo>
                <a:lnTo>
                  <a:pt x="457835" y="859993"/>
                </a:lnTo>
                <a:lnTo>
                  <a:pt x="498779" y="859993"/>
                </a:lnTo>
                <a:lnTo>
                  <a:pt x="498779" y="246964"/>
                </a:lnTo>
                <a:lnTo>
                  <a:pt x="379907" y="246964"/>
                </a:lnTo>
                <a:lnTo>
                  <a:pt x="379907" y="283972"/>
                </a:lnTo>
                <a:lnTo>
                  <a:pt x="379907" y="706805"/>
                </a:lnTo>
                <a:lnTo>
                  <a:pt x="360400" y="706805"/>
                </a:lnTo>
                <a:lnTo>
                  <a:pt x="360400" y="859993"/>
                </a:lnTo>
                <a:lnTo>
                  <a:pt x="304139" y="1069708"/>
                </a:lnTo>
                <a:lnTo>
                  <a:pt x="269976" y="1069708"/>
                </a:lnTo>
                <a:lnTo>
                  <a:pt x="231381" y="942467"/>
                </a:lnTo>
                <a:lnTo>
                  <a:pt x="192798" y="1069708"/>
                </a:lnTo>
                <a:lnTo>
                  <a:pt x="158623" y="1069708"/>
                </a:lnTo>
                <a:lnTo>
                  <a:pt x="102666" y="859993"/>
                </a:lnTo>
                <a:lnTo>
                  <a:pt x="145376" y="859993"/>
                </a:lnTo>
                <a:lnTo>
                  <a:pt x="177774" y="992251"/>
                </a:lnTo>
                <a:lnTo>
                  <a:pt x="216065" y="859993"/>
                </a:lnTo>
                <a:lnTo>
                  <a:pt x="246697" y="859993"/>
                </a:lnTo>
                <a:lnTo>
                  <a:pt x="285000" y="992251"/>
                </a:lnTo>
                <a:lnTo>
                  <a:pt x="317690" y="859993"/>
                </a:lnTo>
                <a:lnTo>
                  <a:pt x="360400" y="859993"/>
                </a:lnTo>
                <a:lnTo>
                  <a:pt x="360400" y="706805"/>
                </a:lnTo>
                <a:lnTo>
                  <a:pt x="252666" y="706805"/>
                </a:lnTo>
                <a:lnTo>
                  <a:pt x="252666" y="283972"/>
                </a:lnTo>
                <a:lnTo>
                  <a:pt x="379907" y="283972"/>
                </a:lnTo>
                <a:lnTo>
                  <a:pt x="379907" y="246964"/>
                </a:lnTo>
                <a:lnTo>
                  <a:pt x="91617" y="246964"/>
                </a:lnTo>
                <a:lnTo>
                  <a:pt x="91617" y="119710"/>
                </a:lnTo>
                <a:lnTo>
                  <a:pt x="536689" y="119710"/>
                </a:lnTo>
                <a:lnTo>
                  <a:pt x="536689" y="0"/>
                </a:lnTo>
                <a:lnTo>
                  <a:pt x="119100" y="0"/>
                </a:lnTo>
                <a:lnTo>
                  <a:pt x="72758" y="9372"/>
                </a:lnTo>
                <a:lnTo>
                  <a:pt x="34925" y="34925"/>
                </a:lnTo>
                <a:lnTo>
                  <a:pt x="9436" y="72821"/>
                </a:lnTo>
                <a:lnTo>
                  <a:pt x="88" y="119227"/>
                </a:lnTo>
                <a:lnTo>
                  <a:pt x="0" y="1072476"/>
                </a:lnTo>
                <a:lnTo>
                  <a:pt x="9372" y="1118895"/>
                </a:lnTo>
                <a:lnTo>
                  <a:pt x="34925" y="1156792"/>
                </a:lnTo>
                <a:lnTo>
                  <a:pt x="72809" y="1182331"/>
                </a:lnTo>
                <a:lnTo>
                  <a:pt x="119176" y="1191704"/>
                </a:lnTo>
                <a:lnTo>
                  <a:pt x="1072375" y="1191704"/>
                </a:lnTo>
                <a:lnTo>
                  <a:pt x="1118768" y="1182331"/>
                </a:lnTo>
                <a:lnTo>
                  <a:pt x="1156703" y="1156792"/>
                </a:lnTo>
                <a:lnTo>
                  <a:pt x="1182319" y="1118895"/>
                </a:lnTo>
                <a:lnTo>
                  <a:pt x="1191704" y="1072476"/>
                </a:lnTo>
                <a:lnTo>
                  <a:pt x="1191704" y="1069708"/>
                </a:lnTo>
                <a:close/>
              </a:path>
              <a:path w="1906270" h="1191895">
                <a:moveTo>
                  <a:pt x="1717598" y="859866"/>
                </a:moveTo>
                <a:lnTo>
                  <a:pt x="1685861" y="859866"/>
                </a:lnTo>
                <a:lnTo>
                  <a:pt x="1685861" y="1069073"/>
                </a:lnTo>
                <a:lnTo>
                  <a:pt x="1717598" y="1069073"/>
                </a:lnTo>
                <a:lnTo>
                  <a:pt x="1717598" y="859866"/>
                </a:lnTo>
                <a:close/>
              </a:path>
              <a:path w="1906270" h="1191895">
                <a:moveTo>
                  <a:pt x="1905927" y="859523"/>
                </a:moveTo>
                <a:lnTo>
                  <a:pt x="1772234" y="859523"/>
                </a:lnTo>
                <a:lnTo>
                  <a:pt x="1772234" y="888733"/>
                </a:lnTo>
                <a:lnTo>
                  <a:pt x="1772234" y="949693"/>
                </a:lnTo>
                <a:lnTo>
                  <a:pt x="1772234" y="977633"/>
                </a:lnTo>
                <a:lnTo>
                  <a:pt x="1772234" y="1041133"/>
                </a:lnTo>
                <a:lnTo>
                  <a:pt x="1772234" y="1069073"/>
                </a:lnTo>
                <a:lnTo>
                  <a:pt x="1905927" y="1069073"/>
                </a:lnTo>
                <a:lnTo>
                  <a:pt x="1905927" y="1041133"/>
                </a:lnTo>
                <a:lnTo>
                  <a:pt x="1803971" y="1041133"/>
                </a:lnTo>
                <a:lnTo>
                  <a:pt x="1803971" y="977633"/>
                </a:lnTo>
                <a:lnTo>
                  <a:pt x="1890941" y="977633"/>
                </a:lnTo>
                <a:lnTo>
                  <a:pt x="1890941" y="949693"/>
                </a:lnTo>
                <a:lnTo>
                  <a:pt x="1803971" y="949693"/>
                </a:lnTo>
                <a:lnTo>
                  <a:pt x="1803971" y="888733"/>
                </a:lnTo>
                <a:lnTo>
                  <a:pt x="1905927" y="888733"/>
                </a:lnTo>
                <a:lnTo>
                  <a:pt x="1905927" y="859523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435006" y="15119084"/>
            <a:ext cx="6249670" cy="2524760"/>
          </a:xfrm>
          <a:custGeom>
            <a:avLst/>
            <a:gdLst/>
            <a:ahLst/>
            <a:cxnLst/>
            <a:rect l="l" t="t" r="r" b="b"/>
            <a:pathLst>
              <a:path w="6249670" h="2524759">
                <a:moveTo>
                  <a:pt x="6249416" y="0"/>
                </a:moveTo>
                <a:lnTo>
                  <a:pt x="0" y="0"/>
                </a:lnTo>
                <a:lnTo>
                  <a:pt x="0" y="2524383"/>
                </a:lnTo>
                <a:lnTo>
                  <a:pt x="6249416" y="2524383"/>
                </a:lnTo>
                <a:lnTo>
                  <a:pt x="6249416" y="0"/>
                </a:lnTo>
                <a:close/>
              </a:path>
            </a:pathLst>
          </a:custGeom>
          <a:solidFill>
            <a:srgbClr val="D6DC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bg object 40"/>
          <p:cNvSpPr/>
          <p:nvPr/>
        </p:nvSpPr>
        <p:spPr>
          <a:xfrm>
            <a:off x="4144541" y="14927059"/>
            <a:ext cx="2540000" cy="384175"/>
          </a:xfrm>
          <a:custGeom>
            <a:avLst/>
            <a:gdLst/>
            <a:ahLst/>
            <a:cxnLst/>
            <a:rect l="l" t="t" r="r" b="b"/>
            <a:pathLst>
              <a:path w="2540000" h="384175">
                <a:moveTo>
                  <a:pt x="2539881" y="0"/>
                </a:moveTo>
                <a:lnTo>
                  <a:pt x="0" y="0"/>
                </a:lnTo>
                <a:lnTo>
                  <a:pt x="0" y="384044"/>
                </a:lnTo>
                <a:lnTo>
                  <a:pt x="2539881" y="384044"/>
                </a:lnTo>
                <a:lnTo>
                  <a:pt x="2539881" y="0"/>
                </a:lnTo>
                <a:close/>
              </a:path>
            </a:pathLst>
          </a:custGeom>
          <a:solidFill>
            <a:srgbClr val="D61F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0247" y="804164"/>
            <a:ext cx="12784455" cy="32166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0247" y="4623943"/>
            <a:ext cx="12784455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829683" y="18696814"/>
            <a:ext cx="4545584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710247" y="18696814"/>
            <a:ext cx="326713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227564" y="18696814"/>
            <a:ext cx="3267138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jp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30.png"/><Relationship Id="rId20" Type="http://schemas.openxmlformats.org/officeDocument/2006/relationships/image" Target="../media/image31.png"/><Relationship Id="rId21" Type="http://schemas.openxmlformats.org/officeDocument/2006/relationships/image" Target="../media/image32.png"/><Relationship Id="rId22" Type="http://schemas.openxmlformats.org/officeDocument/2006/relationships/image" Target="../media/image33.png"/><Relationship Id="rId23" Type="http://schemas.openxmlformats.org/officeDocument/2006/relationships/image" Target="../media/image34.png"/><Relationship Id="rId24" Type="http://schemas.openxmlformats.org/officeDocument/2006/relationships/image" Target="../media/image35.png"/><Relationship Id="rId25" Type="http://schemas.openxmlformats.org/officeDocument/2006/relationships/image" Target="../media/image36.png"/><Relationship Id="rId26" Type="http://schemas.openxmlformats.org/officeDocument/2006/relationships/image" Target="../media/image37.png"/><Relationship Id="rId27" Type="http://schemas.openxmlformats.org/officeDocument/2006/relationships/image" Target="../media/image38.png"/><Relationship Id="rId28" Type="http://schemas.openxmlformats.org/officeDocument/2006/relationships/image" Target="../media/image39.png"/><Relationship Id="rId29" Type="http://schemas.openxmlformats.org/officeDocument/2006/relationships/image" Target="../media/image40.png"/><Relationship Id="rId30" Type="http://schemas.openxmlformats.org/officeDocument/2006/relationships/image" Target="../media/image41.jpg"/><Relationship Id="rId31" Type="http://schemas.openxmlformats.org/officeDocument/2006/relationships/image" Target="../media/image42.png"/><Relationship Id="rId32" Type="http://schemas.openxmlformats.org/officeDocument/2006/relationships/image" Target="../media/image43.png"/><Relationship Id="rId33" Type="http://schemas.openxmlformats.org/officeDocument/2006/relationships/image" Target="../media/image44.png"/><Relationship Id="rId34" Type="http://schemas.openxmlformats.org/officeDocument/2006/relationships/image" Target="../media/image45.png"/><Relationship Id="rId35" Type="http://schemas.openxmlformats.org/officeDocument/2006/relationships/image" Target="../media/image46.png"/><Relationship Id="rId36" Type="http://schemas.openxmlformats.org/officeDocument/2006/relationships/image" Target="../media/image47.png"/><Relationship Id="rId37" Type="http://schemas.openxmlformats.org/officeDocument/2006/relationships/image" Target="../media/image48.png"/><Relationship Id="rId38" Type="http://schemas.openxmlformats.org/officeDocument/2006/relationships/image" Target="../media/image49.png"/><Relationship Id="rId39" Type="http://schemas.openxmlformats.org/officeDocument/2006/relationships/image" Target="../media/image50.png"/><Relationship Id="rId40" Type="http://schemas.openxmlformats.org/officeDocument/2006/relationships/image" Target="../media/image51.png"/><Relationship Id="rId41" Type="http://schemas.openxmlformats.org/officeDocument/2006/relationships/image" Target="../media/image52.png"/><Relationship Id="rId42" Type="http://schemas.openxmlformats.org/officeDocument/2006/relationships/image" Target="../media/image53.png"/><Relationship Id="rId43" Type="http://schemas.openxmlformats.org/officeDocument/2006/relationships/image" Target="../media/image54.png"/><Relationship Id="rId44" Type="http://schemas.openxmlformats.org/officeDocument/2006/relationships/image" Target="../media/image55.png"/><Relationship Id="rId45" Type="http://schemas.openxmlformats.org/officeDocument/2006/relationships/hyperlink" Target="mailto:thomas.kolb@tuwien.ac.at" TargetMode="External"/><Relationship Id="rId46" Type="http://schemas.openxmlformats.org/officeDocument/2006/relationships/hyperlink" Target="http://www.linkedin.com/in/kolb-thomas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289512" y="1526861"/>
            <a:ext cx="764857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18th</a:t>
            </a:r>
            <a:r>
              <a:rPr dirty="0" sz="165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ACM</a:t>
            </a:r>
            <a:r>
              <a:rPr dirty="0" sz="165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Conference</a:t>
            </a:r>
            <a:r>
              <a:rPr dirty="0" sz="165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on</a:t>
            </a:r>
            <a:r>
              <a:rPr dirty="0" sz="165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Recommender</a:t>
            </a:r>
            <a:r>
              <a:rPr dirty="0" sz="165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Systems</a:t>
            </a:r>
            <a:r>
              <a:rPr dirty="0" sz="165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|</a:t>
            </a:r>
            <a:r>
              <a:rPr dirty="0" sz="165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Bari,</a:t>
            </a:r>
            <a:r>
              <a:rPr dirty="0" sz="165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Italy,</a:t>
            </a:r>
            <a:r>
              <a:rPr dirty="0" sz="165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14-18</a:t>
            </a:r>
            <a:r>
              <a:rPr dirty="0" sz="165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October</a:t>
            </a:r>
            <a:r>
              <a:rPr dirty="0" sz="165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 spc="-20">
                <a:solidFill>
                  <a:srgbClr val="231F20"/>
                </a:solidFill>
                <a:latin typeface="Roboto"/>
                <a:cs typeface="Roboto"/>
              </a:rPr>
              <a:t>2024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89512" y="1805722"/>
            <a:ext cx="8813800" cy="12363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1299"/>
              </a:lnSpc>
              <a:spcBef>
                <a:spcPts val="95"/>
              </a:spcBef>
            </a:pPr>
            <a:r>
              <a:rPr dirty="0" sz="2500">
                <a:solidFill>
                  <a:srgbClr val="231F20"/>
                </a:solidFill>
                <a:latin typeface="Arial"/>
                <a:cs typeface="Arial"/>
              </a:rPr>
              <a:t>Enhancing</a:t>
            </a:r>
            <a:r>
              <a:rPr dirty="0" sz="25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2500" spc="-20">
                <a:solidFill>
                  <a:srgbClr val="231F20"/>
                </a:solidFill>
                <a:latin typeface="Arial"/>
                <a:cs typeface="Arial"/>
              </a:rPr>
              <a:t>Cross-</a:t>
            </a:r>
            <a:r>
              <a:rPr dirty="0" sz="2500">
                <a:solidFill>
                  <a:srgbClr val="231F20"/>
                </a:solidFill>
                <a:latin typeface="Arial"/>
                <a:cs typeface="Arial"/>
              </a:rPr>
              <a:t>Domain</a:t>
            </a:r>
            <a:r>
              <a:rPr dirty="0" sz="25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231F20"/>
                </a:solidFill>
                <a:latin typeface="Arial"/>
                <a:cs typeface="Arial"/>
              </a:rPr>
              <a:t>Recommender</a:t>
            </a:r>
            <a:r>
              <a:rPr dirty="0" sz="25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231F20"/>
                </a:solidFill>
                <a:latin typeface="Arial"/>
                <a:cs typeface="Arial"/>
              </a:rPr>
              <a:t>Systems</a:t>
            </a:r>
            <a:r>
              <a:rPr dirty="0" sz="2500" spc="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2500" spc="70">
                <a:solidFill>
                  <a:srgbClr val="231F20"/>
                </a:solidFill>
                <a:latin typeface="Arial"/>
                <a:cs typeface="Arial"/>
              </a:rPr>
              <a:t>with</a:t>
            </a:r>
            <a:r>
              <a:rPr dirty="0" sz="25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231F20"/>
                </a:solidFill>
                <a:latin typeface="Arial"/>
                <a:cs typeface="Arial"/>
              </a:rPr>
              <a:t>LLMs: </a:t>
            </a:r>
            <a:r>
              <a:rPr dirty="0" sz="2500">
                <a:solidFill>
                  <a:srgbClr val="231F20"/>
                </a:solidFill>
                <a:latin typeface="Arial"/>
                <a:cs typeface="Arial"/>
              </a:rPr>
              <a:t>Evaluating</a:t>
            </a:r>
            <a:r>
              <a:rPr dirty="0" sz="2500" spc="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231F20"/>
                </a:solidFill>
                <a:latin typeface="Arial"/>
                <a:cs typeface="Arial"/>
              </a:rPr>
              <a:t>Bias</a:t>
            </a:r>
            <a:r>
              <a:rPr dirty="0" sz="2500" spc="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2500" spc="1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2500">
                <a:solidFill>
                  <a:srgbClr val="231F20"/>
                </a:solidFill>
                <a:latin typeface="Arial"/>
                <a:cs typeface="Arial"/>
              </a:rPr>
              <a:t>Beyond-Accuracy</a:t>
            </a:r>
            <a:r>
              <a:rPr dirty="0" sz="2500" spc="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2500" spc="-10">
                <a:solidFill>
                  <a:srgbClr val="231F20"/>
                </a:solidFill>
                <a:latin typeface="Arial"/>
                <a:cs typeface="Arial"/>
              </a:rPr>
              <a:t>Measures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Thomas</a:t>
            </a:r>
            <a:r>
              <a:rPr dirty="0" sz="165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E.</a:t>
            </a:r>
            <a:r>
              <a:rPr dirty="0" sz="165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Kolb,</a:t>
            </a:r>
            <a:r>
              <a:rPr dirty="0" sz="165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PhD</a:t>
            </a:r>
            <a:r>
              <a:rPr dirty="0" sz="165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Student</a:t>
            </a:r>
            <a:r>
              <a:rPr dirty="0" sz="165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&amp;</a:t>
            </a:r>
            <a:r>
              <a:rPr dirty="0" sz="165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>
                <a:solidFill>
                  <a:srgbClr val="231F20"/>
                </a:solidFill>
                <a:latin typeface="Roboto"/>
                <a:cs typeface="Roboto"/>
              </a:rPr>
              <a:t>Project</a:t>
            </a:r>
            <a:r>
              <a:rPr dirty="0" sz="165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650" spc="-10">
                <a:solidFill>
                  <a:srgbClr val="231F20"/>
                </a:solidFill>
                <a:latin typeface="Roboto"/>
                <a:cs typeface="Roboto"/>
              </a:rPr>
              <a:t>Assistant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364637" y="2054622"/>
            <a:ext cx="3413125" cy="8515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875155">
              <a:lnSpc>
                <a:spcPct val="100000"/>
              </a:lnSpc>
              <a:spcBef>
                <a:spcPts val="110"/>
              </a:spcBef>
            </a:pPr>
            <a:r>
              <a:rPr dirty="0" sz="1300" spc="-35">
                <a:solidFill>
                  <a:srgbClr val="231F20"/>
                </a:solidFill>
                <a:latin typeface="Arial"/>
                <a:cs typeface="Arial"/>
              </a:rPr>
              <a:t>TU</a:t>
            </a:r>
            <a:r>
              <a:rPr dirty="0" sz="1300" spc="-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231F20"/>
                </a:solidFill>
                <a:latin typeface="Arial"/>
                <a:cs typeface="Arial"/>
              </a:rPr>
              <a:t>Wien</a:t>
            </a:r>
            <a:r>
              <a:rPr dirty="0" sz="1300" spc="-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231F20"/>
                </a:solidFill>
                <a:latin typeface="Arial"/>
                <a:cs typeface="Arial"/>
              </a:rPr>
              <a:t>Informatics</a:t>
            </a:r>
            <a:endParaRPr sz="13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85"/>
              </a:spcBef>
            </a:pPr>
            <a:r>
              <a:rPr dirty="0" sz="1300">
                <a:solidFill>
                  <a:srgbClr val="231F20"/>
                </a:solidFill>
                <a:latin typeface="Roboto"/>
                <a:cs typeface="Roboto"/>
              </a:rPr>
              <a:t>Institute</a:t>
            </a:r>
            <a:r>
              <a:rPr dirty="0" sz="130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130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231F20"/>
                </a:solidFill>
                <a:latin typeface="Roboto"/>
                <a:cs typeface="Roboto"/>
              </a:rPr>
              <a:t>Information</a:t>
            </a:r>
            <a:r>
              <a:rPr dirty="0" sz="130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231F20"/>
                </a:solidFill>
                <a:latin typeface="Roboto"/>
                <a:cs typeface="Roboto"/>
              </a:rPr>
              <a:t>Systems</a:t>
            </a:r>
            <a:r>
              <a:rPr dirty="0" sz="130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231F20"/>
                </a:solidFill>
                <a:latin typeface="Roboto"/>
                <a:cs typeface="Roboto"/>
              </a:rPr>
              <a:t>Engineering</a:t>
            </a:r>
            <a:endParaRPr sz="1300">
              <a:latin typeface="Roboto"/>
              <a:cs typeface="Roboto"/>
            </a:endParaRPr>
          </a:p>
          <a:p>
            <a:pPr algn="r" marL="12700" marR="5080" indent="1339850">
              <a:lnSpc>
                <a:spcPct val="105300"/>
              </a:lnSpc>
            </a:pPr>
            <a:r>
              <a:rPr dirty="0" sz="1300">
                <a:solidFill>
                  <a:srgbClr val="231F20"/>
                </a:solidFill>
                <a:latin typeface="Roboto"/>
                <a:cs typeface="Roboto"/>
              </a:rPr>
              <a:t>Research Unit:</a:t>
            </a:r>
            <a:r>
              <a:rPr dirty="0" sz="130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231F20"/>
                </a:solidFill>
                <a:latin typeface="Roboto"/>
                <a:cs typeface="Roboto"/>
              </a:rPr>
              <a:t>Data</a:t>
            </a:r>
            <a:r>
              <a:rPr dirty="0" sz="130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231F20"/>
                </a:solidFill>
                <a:latin typeface="Roboto"/>
                <a:cs typeface="Roboto"/>
              </a:rPr>
              <a:t>Science </a:t>
            </a:r>
            <a:r>
              <a:rPr dirty="0" sz="1300">
                <a:solidFill>
                  <a:srgbClr val="231F20"/>
                </a:solidFill>
                <a:latin typeface="Roboto"/>
                <a:cs typeface="Roboto"/>
              </a:rPr>
              <a:t>Supervisor:</a:t>
            </a:r>
            <a:r>
              <a:rPr dirty="0" sz="1300" spc="3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231F20"/>
                </a:solidFill>
                <a:latin typeface="Roboto"/>
                <a:cs typeface="Roboto"/>
              </a:rPr>
              <a:t>Assistant</a:t>
            </a:r>
            <a:r>
              <a:rPr dirty="0" sz="1300" spc="3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300">
                <a:solidFill>
                  <a:srgbClr val="231F20"/>
                </a:solidFill>
                <a:latin typeface="Roboto"/>
                <a:cs typeface="Roboto"/>
              </a:rPr>
              <a:t>Prof. Dr. Julia </a:t>
            </a:r>
            <a:r>
              <a:rPr dirty="0" sz="1300" spc="-10">
                <a:solidFill>
                  <a:srgbClr val="231F20"/>
                </a:solidFill>
                <a:latin typeface="Roboto"/>
                <a:cs typeface="Roboto"/>
              </a:rPr>
              <a:t>Neidhardt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435352" y="3618996"/>
            <a:ext cx="13329285" cy="1771650"/>
            <a:chOff x="435352" y="3618996"/>
            <a:chExt cx="13329285" cy="1771650"/>
          </a:xfrm>
        </p:grpSpPr>
        <p:sp>
          <p:nvSpPr>
            <p:cNvPr id="6" name="object 6" descr=""/>
            <p:cNvSpPr/>
            <p:nvPr/>
          </p:nvSpPr>
          <p:spPr>
            <a:xfrm>
              <a:off x="435352" y="3811021"/>
              <a:ext cx="13323569" cy="1579245"/>
            </a:xfrm>
            <a:custGeom>
              <a:avLst/>
              <a:gdLst/>
              <a:ahLst/>
              <a:cxnLst/>
              <a:rect l="l" t="t" r="r" b="b"/>
              <a:pathLst>
                <a:path w="13323569" h="1579245">
                  <a:moveTo>
                    <a:pt x="13323295" y="0"/>
                  </a:moveTo>
                  <a:lnTo>
                    <a:pt x="0" y="0"/>
                  </a:lnTo>
                  <a:lnTo>
                    <a:pt x="0" y="1579241"/>
                  </a:lnTo>
                  <a:lnTo>
                    <a:pt x="13323295" y="1579241"/>
                  </a:lnTo>
                  <a:lnTo>
                    <a:pt x="13323295" y="0"/>
                  </a:lnTo>
                  <a:close/>
                </a:path>
              </a:pathLst>
            </a:custGeom>
            <a:solidFill>
              <a:srgbClr val="D6DC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9717283" y="3618996"/>
              <a:ext cx="4047490" cy="384175"/>
            </a:xfrm>
            <a:custGeom>
              <a:avLst/>
              <a:gdLst/>
              <a:ahLst/>
              <a:cxnLst/>
              <a:rect l="l" t="t" r="r" b="b"/>
              <a:pathLst>
                <a:path w="4047490" h="384175">
                  <a:moveTo>
                    <a:pt x="4047341" y="0"/>
                  </a:moveTo>
                  <a:lnTo>
                    <a:pt x="0" y="0"/>
                  </a:lnTo>
                  <a:lnTo>
                    <a:pt x="0" y="384044"/>
                  </a:lnTo>
                  <a:lnTo>
                    <a:pt x="4047341" y="384044"/>
                  </a:lnTo>
                  <a:lnTo>
                    <a:pt x="4047341" y="0"/>
                  </a:lnTo>
                  <a:close/>
                </a:path>
              </a:pathLst>
            </a:custGeom>
            <a:solidFill>
              <a:srgbClr val="D61F26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 descr=""/>
          <p:cNvGrpSpPr/>
          <p:nvPr/>
        </p:nvGrpSpPr>
        <p:grpSpPr>
          <a:xfrm>
            <a:off x="435006" y="5602589"/>
            <a:ext cx="6256020" cy="2473325"/>
            <a:chOff x="435006" y="5602589"/>
            <a:chExt cx="6256020" cy="2473325"/>
          </a:xfrm>
        </p:grpSpPr>
        <p:sp>
          <p:nvSpPr>
            <p:cNvPr id="9" name="object 9" descr=""/>
            <p:cNvSpPr/>
            <p:nvPr/>
          </p:nvSpPr>
          <p:spPr>
            <a:xfrm>
              <a:off x="435006" y="5782120"/>
              <a:ext cx="6256020" cy="2294255"/>
            </a:xfrm>
            <a:custGeom>
              <a:avLst/>
              <a:gdLst/>
              <a:ahLst/>
              <a:cxnLst/>
              <a:rect l="l" t="t" r="r" b="b"/>
              <a:pathLst>
                <a:path w="6256020" h="2294254">
                  <a:moveTo>
                    <a:pt x="6255392" y="0"/>
                  </a:moveTo>
                  <a:lnTo>
                    <a:pt x="0" y="0"/>
                  </a:lnTo>
                  <a:lnTo>
                    <a:pt x="0" y="2293705"/>
                  </a:lnTo>
                  <a:lnTo>
                    <a:pt x="6255392" y="2293705"/>
                  </a:lnTo>
                  <a:lnTo>
                    <a:pt x="6255392" y="0"/>
                  </a:lnTo>
                  <a:close/>
                </a:path>
              </a:pathLst>
            </a:custGeom>
            <a:solidFill>
              <a:srgbClr val="D6DC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198430" y="5602589"/>
              <a:ext cx="2492375" cy="384175"/>
            </a:xfrm>
            <a:custGeom>
              <a:avLst/>
              <a:gdLst/>
              <a:ahLst/>
              <a:cxnLst/>
              <a:rect l="l" t="t" r="r" b="b"/>
              <a:pathLst>
                <a:path w="2492375" h="384175">
                  <a:moveTo>
                    <a:pt x="2491969" y="0"/>
                  </a:moveTo>
                  <a:lnTo>
                    <a:pt x="0" y="0"/>
                  </a:lnTo>
                  <a:lnTo>
                    <a:pt x="0" y="384044"/>
                  </a:lnTo>
                  <a:lnTo>
                    <a:pt x="2491969" y="384044"/>
                  </a:lnTo>
                  <a:lnTo>
                    <a:pt x="2491969" y="0"/>
                  </a:lnTo>
                  <a:close/>
                </a:path>
              </a:pathLst>
            </a:custGeom>
            <a:solidFill>
              <a:srgbClr val="D61F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608666" y="5679788"/>
            <a:ext cx="167195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50">
                <a:solidFill>
                  <a:srgbClr val="FFFFFF"/>
                </a:solidFill>
                <a:latin typeface="Arial"/>
                <a:cs typeface="Arial"/>
              </a:rPr>
              <a:t>Aim</a:t>
            </a: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85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6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This </a:t>
            </a:r>
            <a:r>
              <a:rPr dirty="0" sz="1650" spc="-2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41322" y="8255386"/>
            <a:ext cx="6249670" cy="2649855"/>
            <a:chOff x="441322" y="8255386"/>
            <a:chExt cx="6249670" cy="2649855"/>
          </a:xfrm>
        </p:grpSpPr>
        <p:sp>
          <p:nvSpPr>
            <p:cNvPr id="13" name="object 13" descr=""/>
            <p:cNvSpPr/>
            <p:nvPr/>
          </p:nvSpPr>
          <p:spPr>
            <a:xfrm>
              <a:off x="441322" y="8447411"/>
              <a:ext cx="6249670" cy="2458085"/>
            </a:xfrm>
            <a:custGeom>
              <a:avLst/>
              <a:gdLst/>
              <a:ahLst/>
              <a:cxnLst/>
              <a:rect l="l" t="t" r="r" b="b"/>
              <a:pathLst>
                <a:path w="6249670" h="2458084">
                  <a:moveTo>
                    <a:pt x="6249070" y="0"/>
                  </a:moveTo>
                  <a:lnTo>
                    <a:pt x="0" y="0"/>
                  </a:lnTo>
                  <a:lnTo>
                    <a:pt x="0" y="2457540"/>
                  </a:lnTo>
                  <a:lnTo>
                    <a:pt x="6249070" y="2457540"/>
                  </a:lnTo>
                  <a:lnTo>
                    <a:pt x="6249070" y="0"/>
                  </a:lnTo>
                  <a:close/>
                </a:path>
              </a:pathLst>
            </a:custGeom>
            <a:solidFill>
              <a:srgbClr val="D6DC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198424" y="8255386"/>
              <a:ext cx="2492375" cy="384175"/>
            </a:xfrm>
            <a:custGeom>
              <a:avLst/>
              <a:gdLst/>
              <a:ahLst/>
              <a:cxnLst/>
              <a:rect l="l" t="t" r="r" b="b"/>
              <a:pathLst>
                <a:path w="2492375" h="384175">
                  <a:moveTo>
                    <a:pt x="2491969" y="0"/>
                  </a:moveTo>
                  <a:lnTo>
                    <a:pt x="0" y="0"/>
                  </a:lnTo>
                  <a:lnTo>
                    <a:pt x="0" y="384044"/>
                  </a:lnTo>
                  <a:lnTo>
                    <a:pt x="2491969" y="384044"/>
                  </a:lnTo>
                  <a:lnTo>
                    <a:pt x="2491969" y="0"/>
                  </a:lnTo>
                  <a:close/>
                </a:path>
              </a:pathLst>
            </a:custGeom>
            <a:solidFill>
              <a:srgbClr val="D61F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4471509" y="8332587"/>
            <a:ext cx="194627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dirty="0" sz="165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Questions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7111714" y="14946168"/>
            <a:ext cx="6664959" cy="2693670"/>
            <a:chOff x="7111714" y="14946168"/>
            <a:chExt cx="6664959" cy="2693670"/>
          </a:xfrm>
        </p:grpSpPr>
        <p:sp>
          <p:nvSpPr>
            <p:cNvPr id="17" name="object 17" descr=""/>
            <p:cNvSpPr/>
            <p:nvPr/>
          </p:nvSpPr>
          <p:spPr>
            <a:xfrm>
              <a:off x="7111714" y="15119078"/>
              <a:ext cx="6664959" cy="2520950"/>
            </a:xfrm>
            <a:custGeom>
              <a:avLst/>
              <a:gdLst/>
              <a:ahLst/>
              <a:cxnLst/>
              <a:rect l="l" t="t" r="r" b="b"/>
              <a:pathLst>
                <a:path w="6664959" h="2520950">
                  <a:moveTo>
                    <a:pt x="6664808" y="0"/>
                  </a:moveTo>
                  <a:lnTo>
                    <a:pt x="0" y="0"/>
                  </a:lnTo>
                  <a:lnTo>
                    <a:pt x="0" y="2520647"/>
                  </a:lnTo>
                  <a:lnTo>
                    <a:pt x="6664808" y="2520647"/>
                  </a:lnTo>
                  <a:lnTo>
                    <a:pt x="6664808" y="0"/>
                  </a:lnTo>
                  <a:close/>
                </a:path>
              </a:pathLst>
            </a:custGeom>
            <a:solidFill>
              <a:srgbClr val="D6DC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284554" y="14946168"/>
              <a:ext cx="2492375" cy="384175"/>
            </a:xfrm>
            <a:custGeom>
              <a:avLst/>
              <a:gdLst/>
              <a:ahLst/>
              <a:cxnLst/>
              <a:rect l="l" t="t" r="r" b="b"/>
              <a:pathLst>
                <a:path w="2492375" h="384175">
                  <a:moveTo>
                    <a:pt x="2491969" y="0"/>
                  </a:moveTo>
                  <a:lnTo>
                    <a:pt x="0" y="0"/>
                  </a:lnTo>
                  <a:lnTo>
                    <a:pt x="0" y="384044"/>
                  </a:lnTo>
                  <a:lnTo>
                    <a:pt x="2491969" y="384044"/>
                  </a:lnTo>
                  <a:lnTo>
                    <a:pt x="2491969" y="0"/>
                  </a:lnTo>
                  <a:close/>
                </a:path>
              </a:pathLst>
            </a:custGeom>
            <a:solidFill>
              <a:srgbClr val="D61F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11980523" y="15023369"/>
            <a:ext cx="1099820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Conclusion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41322" y="17815162"/>
            <a:ext cx="13323569" cy="2059939"/>
            <a:chOff x="441322" y="17815162"/>
            <a:chExt cx="13323569" cy="2059939"/>
          </a:xfrm>
        </p:grpSpPr>
        <p:sp>
          <p:nvSpPr>
            <p:cNvPr id="21" name="object 21" descr=""/>
            <p:cNvSpPr/>
            <p:nvPr/>
          </p:nvSpPr>
          <p:spPr>
            <a:xfrm>
              <a:off x="441322" y="18034656"/>
              <a:ext cx="13323569" cy="1840230"/>
            </a:xfrm>
            <a:custGeom>
              <a:avLst/>
              <a:gdLst/>
              <a:ahLst/>
              <a:cxnLst/>
              <a:rect l="l" t="t" r="r" b="b"/>
              <a:pathLst>
                <a:path w="13323569" h="1840230">
                  <a:moveTo>
                    <a:pt x="13323295" y="0"/>
                  </a:moveTo>
                  <a:lnTo>
                    <a:pt x="0" y="0"/>
                  </a:lnTo>
                  <a:lnTo>
                    <a:pt x="0" y="1839891"/>
                  </a:lnTo>
                  <a:lnTo>
                    <a:pt x="13323295" y="1839891"/>
                  </a:lnTo>
                  <a:lnTo>
                    <a:pt x="13323295" y="0"/>
                  </a:lnTo>
                  <a:close/>
                </a:path>
              </a:pathLst>
            </a:custGeom>
            <a:solidFill>
              <a:srgbClr val="D6DC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260011" y="17815162"/>
              <a:ext cx="2505075" cy="447675"/>
            </a:xfrm>
            <a:custGeom>
              <a:avLst/>
              <a:gdLst/>
              <a:ahLst/>
              <a:cxnLst/>
              <a:rect l="l" t="t" r="r" b="b"/>
              <a:pathLst>
                <a:path w="2505075" h="447675">
                  <a:moveTo>
                    <a:pt x="2504607" y="0"/>
                  </a:moveTo>
                  <a:lnTo>
                    <a:pt x="0" y="0"/>
                  </a:lnTo>
                  <a:lnTo>
                    <a:pt x="0" y="447431"/>
                  </a:lnTo>
                  <a:lnTo>
                    <a:pt x="2504607" y="447431"/>
                  </a:lnTo>
                  <a:lnTo>
                    <a:pt x="2504607" y="0"/>
                  </a:lnTo>
                  <a:close/>
                </a:path>
              </a:pathLst>
            </a:custGeom>
            <a:solidFill>
              <a:srgbClr val="D61F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1903019" y="17924056"/>
            <a:ext cx="121856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Publications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7099815" y="11074793"/>
            <a:ext cx="6655434" cy="3698240"/>
            <a:chOff x="7099815" y="11074793"/>
            <a:chExt cx="6655434" cy="3698240"/>
          </a:xfrm>
        </p:grpSpPr>
        <p:sp>
          <p:nvSpPr>
            <p:cNvPr id="25" name="object 25" descr=""/>
            <p:cNvSpPr/>
            <p:nvPr/>
          </p:nvSpPr>
          <p:spPr>
            <a:xfrm>
              <a:off x="7099815" y="11266819"/>
              <a:ext cx="6652259" cy="3506470"/>
            </a:xfrm>
            <a:custGeom>
              <a:avLst/>
              <a:gdLst/>
              <a:ahLst/>
              <a:cxnLst/>
              <a:rect l="l" t="t" r="r" b="b"/>
              <a:pathLst>
                <a:path w="6652259" h="3506469">
                  <a:moveTo>
                    <a:pt x="6652170" y="0"/>
                  </a:moveTo>
                  <a:lnTo>
                    <a:pt x="0" y="0"/>
                  </a:lnTo>
                  <a:lnTo>
                    <a:pt x="0" y="3506015"/>
                  </a:lnTo>
                  <a:lnTo>
                    <a:pt x="6652170" y="3506015"/>
                  </a:lnTo>
                  <a:lnTo>
                    <a:pt x="6652170" y="0"/>
                  </a:lnTo>
                  <a:close/>
                </a:path>
              </a:pathLst>
            </a:custGeom>
            <a:solidFill>
              <a:srgbClr val="D6DC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1215262" y="11074793"/>
              <a:ext cx="2540000" cy="384175"/>
            </a:xfrm>
            <a:custGeom>
              <a:avLst/>
              <a:gdLst/>
              <a:ahLst/>
              <a:cxnLst/>
              <a:rect l="l" t="t" r="r" b="b"/>
              <a:pathLst>
                <a:path w="2540000" h="384175">
                  <a:moveTo>
                    <a:pt x="2539881" y="0"/>
                  </a:moveTo>
                  <a:lnTo>
                    <a:pt x="0" y="0"/>
                  </a:lnTo>
                  <a:lnTo>
                    <a:pt x="0" y="384044"/>
                  </a:lnTo>
                  <a:lnTo>
                    <a:pt x="2539881" y="384044"/>
                  </a:lnTo>
                  <a:lnTo>
                    <a:pt x="2539881" y="0"/>
                  </a:lnTo>
                  <a:close/>
                </a:path>
              </a:pathLst>
            </a:custGeom>
            <a:solidFill>
              <a:srgbClr val="D61F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1606617" y="11151995"/>
            <a:ext cx="175704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Planned</a:t>
            </a:r>
            <a:r>
              <a:rPr dirty="0" sz="165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endParaRPr sz="165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439902" y="15004260"/>
            <a:ext cx="1948180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Expected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 Outcomes</a:t>
            </a:r>
            <a:endParaRPr sz="165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617538" y="3696196"/>
            <a:ext cx="2246630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What</a:t>
            </a:r>
            <a:r>
              <a:rPr dirty="0" sz="165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6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dirty="0" sz="165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z="165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About?</a:t>
            </a:r>
            <a:endParaRPr sz="1650">
              <a:latin typeface="Arial"/>
              <a:cs typeface="Arial"/>
            </a:endParaRPr>
          </a:p>
        </p:txBody>
      </p:sp>
      <p:sp>
        <p:nvSpPr>
          <p:cNvPr id="30" name="object 30" descr=""/>
          <p:cNvSpPr/>
          <p:nvPr/>
        </p:nvSpPr>
        <p:spPr>
          <a:xfrm>
            <a:off x="4198430" y="17815162"/>
            <a:ext cx="2492375" cy="447675"/>
          </a:xfrm>
          <a:custGeom>
            <a:avLst/>
            <a:gdLst/>
            <a:ahLst/>
            <a:cxnLst/>
            <a:rect l="l" t="t" r="r" b="b"/>
            <a:pathLst>
              <a:path w="2492375" h="447675">
                <a:moveTo>
                  <a:pt x="2491969" y="0"/>
                </a:moveTo>
                <a:lnTo>
                  <a:pt x="0" y="0"/>
                </a:lnTo>
                <a:lnTo>
                  <a:pt x="0" y="447431"/>
                </a:lnTo>
                <a:lnTo>
                  <a:pt x="2491969" y="447431"/>
                </a:lnTo>
                <a:lnTo>
                  <a:pt x="2491969" y="0"/>
                </a:lnTo>
                <a:close/>
              </a:path>
            </a:pathLst>
          </a:custGeom>
          <a:solidFill>
            <a:srgbClr val="D61F2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 txBox="1"/>
          <p:nvPr/>
        </p:nvSpPr>
        <p:spPr>
          <a:xfrm>
            <a:off x="5055486" y="17924056"/>
            <a:ext cx="77914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Contact</a:t>
            </a:r>
            <a:endParaRPr sz="165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177880" y="18527596"/>
            <a:ext cx="67500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funded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231F20"/>
                </a:solidFill>
                <a:latin typeface="Roboto"/>
                <a:cs typeface="Roboto"/>
              </a:rPr>
              <a:t>by: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440977" y="11074793"/>
            <a:ext cx="6249670" cy="3698240"/>
            <a:chOff x="440977" y="11074793"/>
            <a:chExt cx="6249670" cy="3698240"/>
          </a:xfrm>
        </p:grpSpPr>
        <p:sp>
          <p:nvSpPr>
            <p:cNvPr id="34" name="object 34" descr=""/>
            <p:cNvSpPr/>
            <p:nvPr/>
          </p:nvSpPr>
          <p:spPr>
            <a:xfrm>
              <a:off x="440977" y="11266819"/>
              <a:ext cx="6249670" cy="3506470"/>
            </a:xfrm>
            <a:custGeom>
              <a:avLst/>
              <a:gdLst/>
              <a:ahLst/>
              <a:cxnLst/>
              <a:rect l="l" t="t" r="r" b="b"/>
              <a:pathLst>
                <a:path w="6249670" h="3506469">
                  <a:moveTo>
                    <a:pt x="6249416" y="0"/>
                  </a:moveTo>
                  <a:lnTo>
                    <a:pt x="0" y="0"/>
                  </a:lnTo>
                  <a:lnTo>
                    <a:pt x="0" y="3506015"/>
                  </a:lnTo>
                  <a:lnTo>
                    <a:pt x="6249416" y="3506015"/>
                  </a:lnTo>
                  <a:lnTo>
                    <a:pt x="6249416" y="0"/>
                  </a:lnTo>
                  <a:close/>
                </a:path>
              </a:pathLst>
            </a:custGeom>
            <a:solidFill>
              <a:srgbClr val="D6DC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68696" y="11909923"/>
              <a:ext cx="1246503" cy="1044601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4150511" y="11074793"/>
              <a:ext cx="2540000" cy="384175"/>
            </a:xfrm>
            <a:custGeom>
              <a:avLst/>
              <a:gdLst/>
              <a:ahLst/>
              <a:cxnLst/>
              <a:rect l="l" t="t" r="r" b="b"/>
              <a:pathLst>
                <a:path w="2540000" h="384175">
                  <a:moveTo>
                    <a:pt x="2539881" y="0"/>
                  </a:moveTo>
                  <a:lnTo>
                    <a:pt x="0" y="0"/>
                  </a:lnTo>
                  <a:lnTo>
                    <a:pt x="0" y="384044"/>
                  </a:lnTo>
                  <a:lnTo>
                    <a:pt x="2539881" y="384044"/>
                  </a:lnTo>
                  <a:lnTo>
                    <a:pt x="2539881" y="0"/>
                  </a:lnTo>
                  <a:close/>
                </a:path>
              </a:pathLst>
            </a:custGeom>
            <a:solidFill>
              <a:srgbClr val="D61F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4613461" y="11151995"/>
            <a:ext cx="161480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Current</a:t>
            </a:r>
            <a:r>
              <a:rPr dirty="0" sz="165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Findings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7099815" y="5602589"/>
            <a:ext cx="6664959" cy="5302885"/>
            <a:chOff x="7099815" y="5602589"/>
            <a:chExt cx="6664959" cy="5302885"/>
          </a:xfrm>
        </p:grpSpPr>
        <p:sp>
          <p:nvSpPr>
            <p:cNvPr id="39" name="object 39" descr=""/>
            <p:cNvSpPr/>
            <p:nvPr/>
          </p:nvSpPr>
          <p:spPr>
            <a:xfrm>
              <a:off x="7099815" y="5794615"/>
              <a:ext cx="6659245" cy="5110480"/>
            </a:xfrm>
            <a:custGeom>
              <a:avLst/>
              <a:gdLst/>
              <a:ahLst/>
              <a:cxnLst/>
              <a:rect l="l" t="t" r="r" b="b"/>
              <a:pathLst>
                <a:path w="6659244" h="5110480">
                  <a:moveTo>
                    <a:pt x="6658832" y="0"/>
                  </a:moveTo>
                  <a:lnTo>
                    <a:pt x="0" y="0"/>
                  </a:lnTo>
                  <a:lnTo>
                    <a:pt x="0" y="5110336"/>
                  </a:lnTo>
                  <a:lnTo>
                    <a:pt x="6658832" y="5110336"/>
                  </a:lnTo>
                  <a:lnTo>
                    <a:pt x="6658832" y="0"/>
                  </a:lnTo>
                  <a:close/>
                </a:path>
              </a:pathLst>
            </a:custGeom>
            <a:solidFill>
              <a:srgbClr val="D6DCD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341233" y="7927758"/>
              <a:ext cx="4743450" cy="313690"/>
            </a:xfrm>
            <a:custGeom>
              <a:avLst/>
              <a:gdLst/>
              <a:ahLst/>
              <a:cxnLst/>
              <a:rect l="l" t="t" r="r" b="b"/>
              <a:pathLst>
                <a:path w="4743450" h="313690">
                  <a:moveTo>
                    <a:pt x="2593708" y="92646"/>
                  </a:moveTo>
                  <a:lnTo>
                    <a:pt x="2588641" y="87833"/>
                  </a:lnTo>
                  <a:lnTo>
                    <a:pt x="2586367" y="85331"/>
                  </a:lnTo>
                  <a:lnTo>
                    <a:pt x="2583091" y="84061"/>
                  </a:lnTo>
                  <a:lnTo>
                    <a:pt x="2166315" y="84061"/>
                  </a:lnTo>
                  <a:lnTo>
                    <a:pt x="2160473" y="89611"/>
                  </a:lnTo>
                  <a:lnTo>
                    <a:pt x="2160473" y="100215"/>
                  </a:lnTo>
                  <a:lnTo>
                    <a:pt x="2162010" y="103492"/>
                  </a:lnTo>
                  <a:lnTo>
                    <a:pt x="2164283" y="105778"/>
                  </a:lnTo>
                  <a:lnTo>
                    <a:pt x="2367483" y="308457"/>
                  </a:lnTo>
                  <a:lnTo>
                    <a:pt x="2372550" y="313258"/>
                  </a:lnTo>
                  <a:lnTo>
                    <a:pt x="2380386" y="313258"/>
                  </a:lnTo>
                  <a:lnTo>
                    <a:pt x="2385441" y="308457"/>
                  </a:lnTo>
                  <a:lnTo>
                    <a:pt x="2385441" y="308216"/>
                  </a:lnTo>
                  <a:lnTo>
                    <a:pt x="2588641" y="105511"/>
                  </a:lnTo>
                  <a:lnTo>
                    <a:pt x="2593708" y="100711"/>
                  </a:lnTo>
                  <a:lnTo>
                    <a:pt x="2593708" y="92646"/>
                  </a:lnTo>
                  <a:close/>
                </a:path>
                <a:path w="4743450" h="313690">
                  <a:moveTo>
                    <a:pt x="4743221" y="22415"/>
                  </a:moveTo>
                  <a:lnTo>
                    <a:pt x="2371610" y="0"/>
                  </a:lnTo>
                  <a:lnTo>
                    <a:pt x="0" y="22415"/>
                  </a:lnTo>
                  <a:lnTo>
                    <a:pt x="2371610" y="44843"/>
                  </a:lnTo>
                  <a:lnTo>
                    <a:pt x="4743221" y="224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60638" y="6097432"/>
              <a:ext cx="477012" cy="387350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896912" y="6111767"/>
              <a:ext cx="485144" cy="356870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43125" y="6069363"/>
              <a:ext cx="354651" cy="419100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68740" y="6036369"/>
              <a:ext cx="435775" cy="453370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070621" y="6040334"/>
              <a:ext cx="490995" cy="453390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573550" y="6037572"/>
              <a:ext cx="307912" cy="457200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8487816" y="7376727"/>
              <a:ext cx="213360" cy="19050"/>
            </a:xfrm>
            <a:custGeom>
              <a:avLst/>
              <a:gdLst/>
              <a:ahLst/>
              <a:cxnLst/>
              <a:rect l="l" t="t" r="r" b="b"/>
              <a:pathLst>
                <a:path w="213359" h="19050">
                  <a:moveTo>
                    <a:pt x="208751" y="0"/>
                  </a:moveTo>
                  <a:lnTo>
                    <a:pt x="4153" y="0"/>
                  </a:lnTo>
                  <a:lnTo>
                    <a:pt x="0" y="4176"/>
                  </a:lnTo>
                  <a:lnTo>
                    <a:pt x="0" y="14455"/>
                  </a:lnTo>
                  <a:lnTo>
                    <a:pt x="4153" y="18632"/>
                  </a:lnTo>
                  <a:lnTo>
                    <a:pt x="203614" y="18632"/>
                  </a:lnTo>
                  <a:lnTo>
                    <a:pt x="208751" y="18632"/>
                  </a:lnTo>
                  <a:lnTo>
                    <a:pt x="212904" y="14479"/>
                  </a:lnTo>
                  <a:lnTo>
                    <a:pt x="212904" y="4176"/>
                  </a:lnTo>
                  <a:lnTo>
                    <a:pt x="20875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356995" y="7059731"/>
              <a:ext cx="316865" cy="330835"/>
            </a:xfrm>
            <a:custGeom>
              <a:avLst/>
              <a:gdLst/>
              <a:ahLst/>
              <a:cxnLst/>
              <a:rect l="l" t="t" r="r" b="b"/>
              <a:pathLst>
                <a:path w="316865" h="330834">
                  <a:moveTo>
                    <a:pt x="194480" y="0"/>
                  </a:moveTo>
                  <a:lnTo>
                    <a:pt x="151060" y="7096"/>
                  </a:lnTo>
                  <a:lnTo>
                    <a:pt x="113316" y="26849"/>
                  </a:lnTo>
                  <a:lnTo>
                    <a:pt x="83530" y="56952"/>
                  </a:lnTo>
                  <a:lnTo>
                    <a:pt x="63985" y="95103"/>
                  </a:lnTo>
                  <a:lnTo>
                    <a:pt x="56963" y="138994"/>
                  </a:lnTo>
                  <a:lnTo>
                    <a:pt x="56963" y="143201"/>
                  </a:lnTo>
                  <a:lnTo>
                    <a:pt x="57201" y="147431"/>
                  </a:lnTo>
                  <a:lnTo>
                    <a:pt x="57636" y="151787"/>
                  </a:lnTo>
                  <a:lnTo>
                    <a:pt x="33960" y="166379"/>
                  </a:lnTo>
                  <a:lnTo>
                    <a:pt x="15778" y="186884"/>
                  </a:lnTo>
                  <a:lnTo>
                    <a:pt x="4115" y="211861"/>
                  </a:lnTo>
                  <a:lnTo>
                    <a:pt x="0" y="239866"/>
                  </a:lnTo>
                  <a:lnTo>
                    <a:pt x="4477" y="268817"/>
                  </a:lnTo>
                  <a:lnTo>
                    <a:pt x="36700" y="315498"/>
                  </a:lnTo>
                  <a:lnTo>
                    <a:pt x="64203" y="330334"/>
                  </a:lnTo>
                  <a:lnTo>
                    <a:pt x="65269" y="330334"/>
                  </a:lnTo>
                  <a:lnTo>
                    <a:pt x="69059" y="330334"/>
                  </a:lnTo>
                  <a:lnTo>
                    <a:pt x="72586" y="328022"/>
                  </a:lnTo>
                  <a:lnTo>
                    <a:pt x="75804" y="319436"/>
                  </a:lnTo>
                  <a:lnTo>
                    <a:pt x="73367" y="314062"/>
                  </a:lnTo>
                  <a:lnTo>
                    <a:pt x="68540" y="312298"/>
                  </a:lnTo>
                  <a:lnTo>
                    <a:pt x="48147" y="300808"/>
                  </a:lnTo>
                  <a:lnTo>
                    <a:pt x="32382" y="283974"/>
                  </a:lnTo>
                  <a:lnTo>
                    <a:pt x="22213" y="263194"/>
                  </a:lnTo>
                  <a:lnTo>
                    <a:pt x="18608" y="239866"/>
                  </a:lnTo>
                  <a:lnTo>
                    <a:pt x="22372" y="215850"/>
                  </a:lnTo>
                  <a:lnTo>
                    <a:pt x="32995" y="194719"/>
                  </a:lnTo>
                  <a:lnTo>
                    <a:pt x="49472" y="177879"/>
                  </a:lnTo>
                  <a:lnTo>
                    <a:pt x="70799" y="166737"/>
                  </a:lnTo>
                  <a:lnTo>
                    <a:pt x="75107" y="165283"/>
                  </a:lnTo>
                  <a:lnTo>
                    <a:pt x="77752" y="160898"/>
                  </a:lnTo>
                  <a:lnTo>
                    <a:pt x="76036" y="150309"/>
                  </a:lnTo>
                  <a:lnTo>
                    <a:pt x="75571" y="144625"/>
                  </a:lnTo>
                  <a:lnTo>
                    <a:pt x="75571" y="138994"/>
                  </a:lnTo>
                  <a:lnTo>
                    <a:pt x="84929" y="92194"/>
                  </a:lnTo>
                  <a:lnTo>
                    <a:pt x="110433" y="53930"/>
                  </a:lnTo>
                  <a:lnTo>
                    <a:pt x="148234" y="28107"/>
                  </a:lnTo>
                  <a:lnTo>
                    <a:pt x="194480" y="18632"/>
                  </a:lnTo>
                  <a:lnTo>
                    <a:pt x="225512" y="22837"/>
                  </a:lnTo>
                  <a:lnTo>
                    <a:pt x="254000" y="34889"/>
                  </a:lnTo>
                  <a:lnTo>
                    <a:pt x="278496" y="53943"/>
                  </a:lnTo>
                  <a:lnTo>
                    <a:pt x="297556" y="79153"/>
                  </a:lnTo>
                  <a:lnTo>
                    <a:pt x="300101" y="83639"/>
                  </a:lnTo>
                  <a:lnTo>
                    <a:pt x="305761" y="85171"/>
                  </a:lnTo>
                  <a:lnTo>
                    <a:pt x="314687" y="80112"/>
                  </a:lnTo>
                  <a:lnTo>
                    <a:pt x="316242" y="74404"/>
                  </a:lnTo>
                  <a:lnTo>
                    <a:pt x="313698" y="69941"/>
                  </a:lnTo>
                  <a:lnTo>
                    <a:pt x="291660" y="40805"/>
                  </a:lnTo>
                  <a:lnTo>
                    <a:pt x="263326" y="18786"/>
                  </a:lnTo>
                  <a:lnTo>
                    <a:pt x="230374" y="4859"/>
                  </a:lnTo>
                  <a:lnTo>
                    <a:pt x="1944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82141" y="7152245"/>
              <a:ext cx="120773" cy="243113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8356086" y="7002871"/>
              <a:ext cx="448309" cy="448945"/>
            </a:xfrm>
            <a:custGeom>
              <a:avLst/>
              <a:gdLst/>
              <a:ahLst/>
              <a:cxnLst/>
              <a:rect l="l" t="t" r="r" b="b"/>
              <a:pathLst>
                <a:path w="448309" h="448945">
                  <a:moveTo>
                    <a:pt x="440472" y="0"/>
                  </a:moveTo>
                  <a:lnTo>
                    <a:pt x="434579" y="0"/>
                  </a:lnTo>
                  <a:lnTo>
                    <a:pt x="0" y="436164"/>
                  </a:lnTo>
                  <a:lnTo>
                    <a:pt x="0" y="442080"/>
                  </a:lnTo>
                  <a:lnTo>
                    <a:pt x="5452" y="447527"/>
                  </a:lnTo>
                  <a:lnTo>
                    <a:pt x="7841" y="448438"/>
                  </a:lnTo>
                  <a:lnTo>
                    <a:pt x="10200" y="448438"/>
                  </a:lnTo>
                  <a:lnTo>
                    <a:pt x="12560" y="448438"/>
                  </a:lnTo>
                  <a:lnTo>
                    <a:pt x="14949" y="447527"/>
                  </a:lnTo>
                  <a:lnTo>
                    <a:pt x="447711" y="13186"/>
                  </a:lnTo>
                  <a:lnTo>
                    <a:pt x="447711" y="7263"/>
                  </a:lnTo>
                  <a:lnTo>
                    <a:pt x="4404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39859" y="7121446"/>
              <a:ext cx="1450108" cy="209656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271970" y="7002978"/>
              <a:ext cx="453422" cy="448254"/>
            </a:xfrm>
            <a:prstGeom prst="rect">
              <a:avLst/>
            </a:prstGeom>
          </p:spPr>
        </p:pic>
        <p:sp>
          <p:nvSpPr>
            <p:cNvPr id="53" name="object 53" descr=""/>
            <p:cNvSpPr/>
            <p:nvPr/>
          </p:nvSpPr>
          <p:spPr>
            <a:xfrm>
              <a:off x="11882165" y="7068216"/>
              <a:ext cx="158115" cy="306070"/>
            </a:xfrm>
            <a:custGeom>
              <a:avLst/>
              <a:gdLst/>
              <a:ahLst/>
              <a:cxnLst/>
              <a:rect l="l" t="t" r="r" b="b"/>
              <a:pathLst>
                <a:path w="158115" h="306070">
                  <a:moveTo>
                    <a:pt x="131909" y="0"/>
                  </a:moveTo>
                  <a:lnTo>
                    <a:pt x="131081" y="4415"/>
                  </a:lnTo>
                  <a:lnTo>
                    <a:pt x="129055" y="5219"/>
                  </a:lnTo>
                  <a:lnTo>
                    <a:pt x="0" y="5219"/>
                  </a:lnTo>
                  <a:lnTo>
                    <a:pt x="0" y="28857"/>
                  </a:lnTo>
                  <a:lnTo>
                    <a:pt x="12220" y="28857"/>
                  </a:lnTo>
                  <a:lnTo>
                    <a:pt x="15468" y="30465"/>
                  </a:lnTo>
                  <a:lnTo>
                    <a:pt x="15468" y="279961"/>
                  </a:lnTo>
                  <a:lnTo>
                    <a:pt x="13829" y="282374"/>
                  </a:lnTo>
                  <a:lnTo>
                    <a:pt x="0" y="282374"/>
                  </a:lnTo>
                  <a:lnTo>
                    <a:pt x="0" y="306047"/>
                  </a:lnTo>
                  <a:lnTo>
                    <a:pt x="96486" y="306047"/>
                  </a:lnTo>
                  <a:lnTo>
                    <a:pt x="96486" y="282374"/>
                  </a:lnTo>
                  <a:lnTo>
                    <a:pt x="83043" y="282374"/>
                  </a:lnTo>
                  <a:lnTo>
                    <a:pt x="80189" y="280378"/>
                  </a:lnTo>
                  <a:lnTo>
                    <a:pt x="80189" y="151221"/>
                  </a:lnTo>
                  <a:lnTo>
                    <a:pt x="100562" y="151221"/>
                  </a:lnTo>
                  <a:lnTo>
                    <a:pt x="102999" y="152413"/>
                  </a:lnTo>
                  <a:lnTo>
                    <a:pt x="106246" y="158431"/>
                  </a:lnTo>
                  <a:lnTo>
                    <a:pt x="107879" y="161237"/>
                  </a:lnTo>
                  <a:lnTo>
                    <a:pt x="106657" y="174888"/>
                  </a:lnTo>
                  <a:lnTo>
                    <a:pt x="105853" y="179691"/>
                  </a:lnTo>
                  <a:lnTo>
                    <a:pt x="131081" y="183296"/>
                  </a:lnTo>
                  <a:lnTo>
                    <a:pt x="139226" y="113903"/>
                  </a:lnTo>
                  <a:lnTo>
                    <a:pt x="113974" y="111096"/>
                  </a:lnTo>
                  <a:lnTo>
                    <a:pt x="112759" y="119921"/>
                  </a:lnTo>
                  <a:lnTo>
                    <a:pt x="110733" y="125140"/>
                  </a:lnTo>
                  <a:lnTo>
                    <a:pt x="80189" y="125140"/>
                  </a:lnTo>
                  <a:lnTo>
                    <a:pt x="80189" y="30883"/>
                  </a:lnTo>
                  <a:lnTo>
                    <a:pt x="100144" y="30883"/>
                  </a:lnTo>
                  <a:lnTo>
                    <a:pt x="110489" y="31247"/>
                  </a:lnTo>
                  <a:lnTo>
                    <a:pt x="116939" y="32589"/>
                  </a:lnTo>
                  <a:lnTo>
                    <a:pt x="121096" y="35284"/>
                  </a:lnTo>
                  <a:lnTo>
                    <a:pt x="124563" y="39707"/>
                  </a:lnTo>
                  <a:lnTo>
                    <a:pt x="125587" y="44563"/>
                  </a:lnTo>
                  <a:lnTo>
                    <a:pt x="125430" y="52092"/>
                  </a:lnTo>
                  <a:lnTo>
                    <a:pt x="124175" y="65370"/>
                  </a:lnTo>
                  <a:lnTo>
                    <a:pt x="150232" y="68588"/>
                  </a:lnTo>
                  <a:lnTo>
                    <a:pt x="157549" y="3193"/>
                  </a:lnTo>
                  <a:lnTo>
                    <a:pt x="131909" y="0"/>
                  </a:lnTo>
                  <a:close/>
                </a:path>
              </a:pathLst>
            </a:custGeom>
            <a:solidFill>
              <a:srgbClr val="1413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2020588" y="7073441"/>
              <a:ext cx="344805" cy="308610"/>
            </a:xfrm>
            <a:custGeom>
              <a:avLst/>
              <a:gdLst/>
              <a:ahLst/>
              <a:cxnLst/>
              <a:rect l="l" t="t" r="r" b="b"/>
              <a:pathLst>
                <a:path w="344804" h="308609">
                  <a:moveTo>
                    <a:pt x="168135" y="277571"/>
                  </a:moveTo>
                  <a:lnTo>
                    <a:pt x="149428" y="235458"/>
                  </a:lnTo>
                  <a:lnTo>
                    <a:pt x="144843" y="206959"/>
                  </a:lnTo>
                  <a:lnTo>
                    <a:pt x="126250" y="91452"/>
                  </a:lnTo>
                  <a:lnTo>
                    <a:pt x="111531" y="0"/>
                  </a:lnTo>
                  <a:lnTo>
                    <a:pt x="83032" y="0"/>
                  </a:lnTo>
                  <a:lnTo>
                    <a:pt x="83032" y="206959"/>
                  </a:lnTo>
                  <a:lnTo>
                    <a:pt x="51689" y="206959"/>
                  </a:lnTo>
                  <a:lnTo>
                    <a:pt x="67157" y="91452"/>
                  </a:lnTo>
                  <a:lnTo>
                    <a:pt x="83032" y="206959"/>
                  </a:lnTo>
                  <a:lnTo>
                    <a:pt x="83032" y="0"/>
                  </a:lnTo>
                  <a:lnTo>
                    <a:pt x="53327" y="0"/>
                  </a:lnTo>
                  <a:lnTo>
                    <a:pt x="55346" y="7213"/>
                  </a:lnTo>
                  <a:lnTo>
                    <a:pt x="55346" y="14033"/>
                  </a:lnTo>
                  <a:lnTo>
                    <a:pt x="11391" y="274345"/>
                  </a:lnTo>
                  <a:lnTo>
                    <a:pt x="8534" y="277152"/>
                  </a:lnTo>
                  <a:lnTo>
                    <a:pt x="0" y="277152"/>
                  </a:lnTo>
                  <a:lnTo>
                    <a:pt x="0" y="300824"/>
                  </a:lnTo>
                  <a:lnTo>
                    <a:pt x="54127" y="300824"/>
                  </a:lnTo>
                  <a:lnTo>
                    <a:pt x="54127" y="277571"/>
                  </a:lnTo>
                  <a:lnTo>
                    <a:pt x="44373" y="277571"/>
                  </a:lnTo>
                  <a:lnTo>
                    <a:pt x="42316" y="275158"/>
                  </a:lnTo>
                  <a:lnTo>
                    <a:pt x="42976" y="270751"/>
                  </a:lnTo>
                  <a:lnTo>
                    <a:pt x="43027" y="270332"/>
                  </a:lnTo>
                  <a:lnTo>
                    <a:pt x="43154" y="269519"/>
                  </a:lnTo>
                  <a:lnTo>
                    <a:pt x="47193" y="235458"/>
                  </a:lnTo>
                  <a:lnTo>
                    <a:pt x="86702" y="235458"/>
                  </a:lnTo>
                  <a:lnTo>
                    <a:pt x="91465" y="269519"/>
                  </a:lnTo>
                  <a:lnTo>
                    <a:pt x="91579" y="270332"/>
                  </a:lnTo>
                  <a:lnTo>
                    <a:pt x="92265" y="274345"/>
                  </a:lnTo>
                  <a:lnTo>
                    <a:pt x="92329" y="274739"/>
                  </a:lnTo>
                  <a:lnTo>
                    <a:pt x="92405" y="275158"/>
                  </a:lnTo>
                  <a:lnTo>
                    <a:pt x="89966" y="276771"/>
                  </a:lnTo>
                  <a:lnTo>
                    <a:pt x="79375" y="277571"/>
                  </a:lnTo>
                  <a:lnTo>
                    <a:pt x="79375" y="300824"/>
                  </a:lnTo>
                  <a:lnTo>
                    <a:pt x="168135" y="300824"/>
                  </a:lnTo>
                  <a:lnTo>
                    <a:pt x="168135" y="277571"/>
                  </a:lnTo>
                  <a:close/>
                </a:path>
                <a:path w="344804" h="308609">
                  <a:moveTo>
                    <a:pt x="344398" y="241058"/>
                  </a:moveTo>
                  <a:lnTo>
                    <a:pt x="320382" y="238252"/>
                  </a:lnTo>
                  <a:lnTo>
                    <a:pt x="316420" y="256120"/>
                  </a:lnTo>
                  <a:lnTo>
                    <a:pt x="310349" y="266877"/>
                  </a:lnTo>
                  <a:lnTo>
                    <a:pt x="300863" y="272148"/>
                  </a:lnTo>
                  <a:lnTo>
                    <a:pt x="286600" y="273545"/>
                  </a:lnTo>
                  <a:lnTo>
                    <a:pt x="264198" y="273545"/>
                  </a:lnTo>
                  <a:lnTo>
                    <a:pt x="264198" y="26466"/>
                  </a:lnTo>
                  <a:lnTo>
                    <a:pt x="265430" y="23634"/>
                  </a:lnTo>
                  <a:lnTo>
                    <a:pt x="279666" y="23634"/>
                  </a:lnTo>
                  <a:lnTo>
                    <a:pt x="279666" y="0"/>
                  </a:lnTo>
                  <a:lnTo>
                    <a:pt x="183984" y="0"/>
                  </a:lnTo>
                  <a:lnTo>
                    <a:pt x="183984" y="23634"/>
                  </a:lnTo>
                  <a:lnTo>
                    <a:pt x="196621" y="23634"/>
                  </a:lnTo>
                  <a:lnTo>
                    <a:pt x="199478" y="25666"/>
                  </a:lnTo>
                  <a:lnTo>
                    <a:pt x="199478" y="272745"/>
                  </a:lnTo>
                  <a:lnTo>
                    <a:pt x="197434" y="276352"/>
                  </a:lnTo>
                  <a:lnTo>
                    <a:pt x="183984" y="276352"/>
                  </a:lnTo>
                  <a:lnTo>
                    <a:pt x="183984" y="300824"/>
                  </a:lnTo>
                  <a:lnTo>
                    <a:pt x="308965" y="300824"/>
                  </a:lnTo>
                  <a:lnTo>
                    <a:pt x="310210" y="302437"/>
                  </a:lnTo>
                  <a:lnTo>
                    <a:pt x="309803" y="305625"/>
                  </a:lnTo>
                  <a:lnTo>
                    <a:pt x="336664" y="308038"/>
                  </a:lnTo>
                  <a:lnTo>
                    <a:pt x="344398" y="241058"/>
                  </a:lnTo>
                  <a:close/>
                </a:path>
              </a:pathLst>
            </a:custGeom>
            <a:solidFill>
              <a:srgbClr val="14131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2330798" y="7068222"/>
              <a:ext cx="560705" cy="319405"/>
            </a:xfrm>
            <a:custGeom>
              <a:avLst/>
              <a:gdLst/>
              <a:ahLst/>
              <a:cxnLst/>
              <a:rect l="l" t="t" r="r" b="b"/>
              <a:pathLst>
                <a:path w="560704" h="319404">
                  <a:moveTo>
                    <a:pt x="188493" y="3187"/>
                  </a:moveTo>
                  <a:lnTo>
                    <a:pt x="163233" y="0"/>
                  </a:lnTo>
                  <a:lnTo>
                    <a:pt x="162026" y="4800"/>
                  </a:lnTo>
                  <a:lnTo>
                    <a:pt x="160388" y="5219"/>
                  </a:lnTo>
                  <a:lnTo>
                    <a:pt x="34175" y="5219"/>
                  </a:lnTo>
                  <a:lnTo>
                    <a:pt x="26822" y="4889"/>
                  </a:lnTo>
                  <a:lnTo>
                    <a:pt x="18618" y="4051"/>
                  </a:lnTo>
                  <a:lnTo>
                    <a:pt x="11176" y="3009"/>
                  </a:lnTo>
                  <a:lnTo>
                    <a:pt x="6108" y="2006"/>
                  </a:lnTo>
                  <a:lnTo>
                    <a:pt x="0" y="64985"/>
                  </a:lnTo>
                  <a:lnTo>
                    <a:pt x="26060" y="68173"/>
                  </a:lnTo>
                  <a:lnTo>
                    <a:pt x="28702" y="53416"/>
                  </a:lnTo>
                  <a:lnTo>
                    <a:pt x="33172" y="42456"/>
                  </a:lnTo>
                  <a:lnTo>
                    <a:pt x="40703" y="35623"/>
                  </a:lnTo>
                  <a:lnTo>
                    <a:pt x="52501" y="33274"/>
                  </a:lnTo>
                  <a:lnTo>
                    <a:pt x="61874" y="33274"/>
                  </a:lnTo>
                  <a:lnTo>
                    <a:pt x="61874" y="279158"/>
                  </a:lnTo>
                  <a:lnTo>
                    <a:pt x="59016" y="282371"/>
                  </a:lnTo>
                  <a:lnTo>
                    <a:pt x="44767" y="282371"/>
                  </a:lnTo>
                  <a:lnTo>
                    <a:pt x="44767" y="306044"/>
                  </a:lnTo>
                  <a:lnTo>
                    <a:pt x="143700" y="306044"/>
                  </a:lnTo>
                  <a:lnTo>
                    <a:pt x="143700" y="282371"/>
                  </a:lnTo>
                  <a:lnTo>
                    <a:pt x="128651" y="282371"/>
                  </a:lnTo>
                  <a:lnTo>
                    <a:pt x="126593" y="278765"/>
                  </a:lnTo>
                  <a:lnTo>
                    <a:pt x="126593" y="33274"/>
                  </a:lnTo>
                  <a:lnTo>
                    <a:pt x="144106" y="33274"/>
                  </a:lnTo>
                  <a:lnTo>
                    <a:pt x="151841" y="34493"/>
                  </a:lnTo>
                  <a:lnTo>
                    <a:pt x="155092" y="41706"/>
                  </a:lnTo>
                  <a:lnTo>
                    <a:pt x="157949" y="48526"/>
                  </a:lnTo>
                  <a:lnTo>
                    <a:pt x="155092" y="60579"/>
                  </a:lnTo>
                  <a:lnTo>
                    <a:pt x="154698" y="64985"/>
                  </a:lnTo>
                  <a:lnTo>
                    <a:pt x="181978" y="68173"/>
                  </a:lnTo>
                  <a:lnTo>
                    <a:pt x="188493" y="3187"/>
                  </a:lnTo>
                  <a:close/>
                </a:path>
                <a:path w="560704" h="319404">
                  <a:moveTo>
                    <a:pt x="361086" y="243471"/>
                  </a:moveTo>
                  <a:lnTo>
                    <a:pt x="335864" y="240677"/>
                  </a:lnTo>
                  <a:lnTo>
                    <a:pt x="332663" y="258597"/>
                  </a:lnTo>
                  <a:lnTo>
                    <a:pt x="327710" y="270649"/>
                  </a:lnTo>
                  <a:lnTo>
                    <a:pt x="319709" y="277444"/>
                  </a:lnTo>
                  <a:lnTo>
                    <a:pt x="307365" y="279577"/>
                  </a:lnTo>
                  <a:lnTo>
                    <a:pt x="279679" y="279577"/>
                  </a:lnTo>
                  <a:lnTo>
                    <a:pt x="279679" y="147612"/>
                  </a:lnTo>
                  <a:lnTo>
                    <a:pt x="299605" y="147612"/>
                  </a:lnTo>
                  <a:lnTo>
                    <a:pt x="304520" y="148805"/>
                  </a:lnTo>
                  <a:lnTo>
                    <a:pt x="306959" y="155206"/>
                  </a:lnTo>
                  <a:lnTo>
                    <a:pt x="307365" y="157238"/>
                  </a:lnTo>
                  <a:lnTo>
                    <a:pt x="305739" y="171284"/>
                  </a:lnTo>
                  <a:lnTo>
                    <a:pt x="305320" y="175691"/>
                  </a:lnTo>
                  <a:lnTo>
                    <a:pt x="331381" y="179298"/>
                  </a:lnTo>
                  <a:lnTo>
                    <a:pt x="339115" y="110705"/>
                  </a:lnTo>
                  <a:lnTo>
                    <a:pt x="313474" y="107492"/>
                  </a:lnTo>
                  <a:lnTo>
                    <a:pt x="312254" y="118313"/>
                  </a:lnTo>
                  <a:lnTo>
                    <a:pt x="312254" y="121526"/>
                  </a:lnTo>
                  <a:lnTo>
                    <a:pt x="279679" y="121526"/>
                  </a:lnTo>
                  <a:lnTo>
                    <a:pt x="279679" y="30886"/>
                  </a:lnTo>
                  <a:lnTo>
                    <a:pt x="314693" y="30886"/>
                  </a:lnTo>
                  <a:lnTo>
                    <a:pt x="321208" y="34074"/>
                  </a:lnTo>
                  <a:lnTo>
                    <a:pt x="323646" y="38481"/>
                  </a:lnTo>
                  <a:lnTo>
                    <a:pt x="324904" y="44323"/>
                  </a:lnTo>
                  <a:lnTo>
                    <a:pt x="324815" y="52031"/>
                  </a:lnTo>
                  <a:lnTo>
                    <a:pt x="324040" y="59601"/>
                  </a:lnTo>
                  <a:lnTo>
                    <a:pt x="323227" y="64985"/>
                  </a:lnTo>
                  <a:lnTo>
                    <a:pt x="349694" y="68592"/>
                  </a:lnTo>
                  <a:lnTo>
                    <a:pt x="357009" y="3187"/>
                  </a:lnTo>
                  <a:lnTo>
                    <a:pt x="331787" y="0"/>
                  </a:lnTo>
                  <a:lnTo>
                    <a:pt x="330962" y="4800"/>
                  </a:lnTo>
                  <a:lnTo>
                    <a:pt x="328129" y="5219"/>
                  </a:lnTo>
                  <a:lnTo>
                    <a:pt x="199466" y="5219"/>
                  </a:lnTo>
                  <a:lnTo>
                    <a:pt x="199466" y="28854"/>
                  </a:lnTo>
                  <a:lnTo>
                    <a:pt x="212902" y="28854"/>
                  </a:lnTo>
                  <a:lnTo>
                    <a:pt x="214934" y="30886"/>
                  </a:lnTo>
                  <a:lnTo>
                    <a:pt x="214934" y="279577"/>
                  </a:lnTo>
                  <a:lnTo>
                    <a:pt x="214134" y="282384"/>
                  </a:lnTo>
                  <a:lnTo>
                    <a:pt x="199466" y="282384"/>
                  </a:lnTo>
                  <a:lnTo>
                    <a:pt x="199466" y="306044"/>
                  </a:lnTo>
                  <a:lnTo>
                    <a:pt x="325666" y="306044"/>
                  </a:lnTo>
                  <a:lnTo>
                    <a:pt x="327304" y="307657"/>
                  </a:lnTo>
                  <a:lnTo>
                    <a:pt x="327304" y="310070"/>
                  </a:lnTo>
                  <a:lnTo>
                    <a:pt x="352552" y="312064"/>
                  </a:lnTo>
                  <a:lnTo>
                    <a:pt x="361086" y="243471"/>
                  </a:lnTo>
                  <a:close/>
                </a:path>
                <a:path w="560704" h="319404">
                  <a:moveTo>
                    <a:pt x="560158" y="308851"/>
                  </a:moveTo>
                  <a:lnTo>
                    <a:pt x="544957" y="271487"/>
                  </a:lnTo>
                  <a:lnTo>
                    <a:pt x="532536" y="230136"/>
                  </a:lnTo>
                  <a:lnTo>
                    <a:pt x="523240" y="191643"/>
                  </a:lnTo>
                  <a:lnTo>
                    <a:pt x="520915" y="180098"/>
                  </a:lnTo>
                  <a:lnTo>
                    <a:pt x="517423" y="162839"/>
                  </a:lnTo>
                  <a:lnTo>
                    <a:pt x="531139" y="151612"/>
                  </a:lnTo>
                  <a:lnTo>
                    <a:pt x="532396" y="150583"/>
                  </a:lnTo>
                  <a:lnTo>
                    <a:pt x="543077" y="133705"/>
                  </a:lnTo>
                  <a:lnTo>
                    <a:pt x="549490" y="113157"/>
                  </a:lnTo>
                  <a:lnTo>
                    <a:pt x="551548" y="90652"/>
                  </a:lnTo>
                  <a:lnTo>
                    <a:pt x="551624" y="89852"/>
                  </a:lnTo>
                  <a:lnTo>
                    <a:pt x="543877" y="50888"/>
                  </a:lnTo>
                  <a:lnTo>
                    <a:pt x="527786" y="31280"/>
                  </a:lnTo>
                  <a:lnTo>
                    <a:pt x="522363" y="24663"/>
                  </a:lnTo>
                  <a:lnTo>
                    <a:pt x="489610" y="9867"/>
                  </a:lnTo>
                  <a:lnTo>
                    <a:pt x="485267" y="9385"/>
                  </a:lnTo>
                  <a:lnTo>
                    <a:pt x="485267" y="90652"/>
                  </a:lnTo>
                  <a:lnTo>
                    <a:pt x="483336" y="118668"/>
                  </a:lnTo>
                  <a:lnTo>
                    <a:pt x="477786" y="137325"/>
                  </a:lnTo>
                  <a:lnTo>
                    <a:pt x="468960" y="147789"/>
                  </a:lnTo>
                  <a:lnTo>
                    <a:pt x="457187" y="151218"/>
                  </a:lnTo>
                  <a:lnTo>
                    <a:pt x="454723" y="151612"/>
                  </a:lnTo>
                  <a:lnTo>
                    <a:pt x="454723" y="31280"/>
                  </a:lnTo>
                  <a:lnTo>
                    <a:pt x="457187" y="31280"/>
                  </a:lnTo>
                  <a:lnTo>
                    <a:pt x="466725" y="34175"/>
                  </a:lnTo>
                  <a:lnTo>
                    <a:pt x="475805" y="43967"/>
                  </a:lnTo>
                  <a:lnTo>
                    <a:pt x="482600" y="62242"/>
                  </a:lnTo>
                  <a:lnTo>
                    <a:pt x="485190" y="89852"/>
                  </a:lnTo>
                  <a:lnTo>
                    <a:pt x="485267" y="90652"/>
                  </a:lnTo>
                  <a:lnTo>
                    <a:pt x="485267" y="9385"/>
                  </a:lnTo>
                  <a:lnTo>
                    <a:pt x="448208" y="5219"/>
                  </a:lnTo>
                  <a:lnTo>
                    <a:pt x="374535" y="5219"/>
                  </a:lnTo>
                  <a:lnTo>
                    <a:pt x="374535" y="28854"/>
                  </a:lnTo>
                  <a:lnTo>
                    <a:pt x="387565" y="28854"/>
                  </a:lnTo>
                  <a:lnTo>
                    <a:pt x="390004" y="31686"/>
                  </a:lnTo>
                  <a:lnTo>
                    <a:pt x="390004" y="279577"/>
                  </a:lnTo>
                  <a:lnTo>
                    <a:pt x="388785" y="282384"/>
                  </a:lnTo>
                  <a:lnTo>
                    <a:pt x="374535" y="282384"/>
                  </a:lnTo>
                  <a:lnTo>
                    <a:pt x="374535" y="306044"/>
                  </a:lnTo>
                  <a:lnTo>
                    <a:pt x="470217" y="306044"/>
                  </a:lnTo>
                  <a:lnTo>
                    <a:pt x="470217" y="282384"/>
                  </a:lnTo>
                  <a:lnTo>
                    <a:pt x="455942" y="282384"/>
                  </a:lnTo>
                  <a:lnTo>
                    <a:pt x="454723" y="279577"/>
                  </a:lnTo>
                  <a:lnTo>
                    <a:pt x="454723" y="180098"/>
                  </a:lnTo>
                  <a:lnTo>
                    <a:pt x="461238" y="180098"/>
                  </a:lnTo>
                  <a:lnTo>
                    <a:pt x="475145" y="221869"/>
                  </a:lnTo>
                  <a:lnTo>
                    <a:pt x="492442" y="257314"/>
                  </a:lnTo>
                  <a:lnTo>
                    <a:pt x="513181" y="288848"/>
                  </a:lnTo>
                  <a:lnTo>
                    <a:pt x="537375" y="318897"/>
                  </a:lnTo>
                  <a:lnTo>
                    <a:pt x="560158" y="308851"/>
                  </a:lnTo>
                  <a:close/>
                </a:path>
              </a:pathLst>
            </a:custGeom>
            <a:solidFill>
              <a:srgbClr val="14131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52079" y="8049303"/>
              <a:ext cx="1494041" cy="1333530"/>
            </a:xfrm>
            <a:prstGeom prst="rect">
              <a:avLst/>
            </a:prstGeom>
          </p:spPr>
        </p:pic>
        <p:sp>
          <p:nvSpPr>
            <p:cNvPr id="57" name="object 57" descr=""/>
            <p:cNvSpPr/>
            <p:nvPr/>
          </p:nvSpPr>
          <p:spPr>
            <a:xfrm>
              <a:off x="8562218" y="8630939"/>
              <a:ext cx="332740" cy="238760"/>
            </a:xfrm>
            <a:custGeom>
              <a:avLst/>
              <a:gdLst/>
              <a:ahLst/>
              <a:cxnLst/>
              <a:rect l="l" t="t" r="r" b="b"/>
              <a:pathLst>
                <a:path w="332740" h="238759">
                  <a:moveTo>
                    <a:pt x="230160" y="180340"/>
                  </a:moveTo>
                  <a:lnTo>
                    <a:pt x="202679" y="180340"/>
                  </a:lnTo>
                  <a:lnTo>
                    <a:pt x="198633" y="181610"/>
                  </a:lnTo>
                  <a:lnTo>
                    <a:pt x="132583" y="181610"/>
                  </a:lnTo>
                  <a:lnTo>
                    <a:pt x="83383" y="186690"/>
                  </a:lnTo>
                  <a:lnTo>
                    <a:pt x="79748" y="186690"/>
                  </a:lnTo>
                  <a:lnTo>
                    <a:pt x="72455" y="187960"/>
                  </a:lnTo>
                  <a:lnTo>
                    <a:pt x="62572" y="189230"/>
                  </a:lnTo>
                  <a:lnTo>
                    <a:pt x="52663" y="189230"/>
                  </a:lnTo>
                  <a:lnTo>
                    <a:pt x="42789" y="190500"/>
                  </a:lnTo>
                  <a:lnTo>
                    <a:pt x="23148" y="191770"/>
                  </a:lnTo>
                  <a:lnTo>
                    <a:pt x="219935" y="191770"/>
                  </a:lnTo>
                  <a:lnTo>
                    <a:pt x="220776" y="199390"/>
                  </a:lnTo>
                  <a:lnTo>
                    <a:pt x="219524" y="228600"/>
                  </a:lnTo>
                  <a:lnTo>
                    <a:pt x="219446" y="234950"/>
                  </a:lnTo>
                  <a:lnTo>
                    <a:pt x="219964" y="236220"/>
                  </a:lnTo>
                  <a:lnTo>
                    <a:pt x="222014" y="238760"/>
                  </a:lnTo>
                  <a:lnTo>
                    <a:pt x="229540" y="238760"/>
                  </a:lnTo>
                  <a:lnTo>
                    <a:pt x="230708" y="236220"/>
                  </a:lnTo>
                  <a:lnTo>
                    <a:pt x="245101" y="215900"/>
                  </a:lnTo>
                  <a:lnTo>
                    <a:pt x="247837" y="212090"/>
                  </a:lnTo>
                  <a:lnTo>
                    <a:pt x="232495" y="212090"/>
                  </a:lnTo>
                  <a:lnTo>
                    <a:pt x="232889" y="205740"/>
                  </a:lnTo>
                  <a:lnTo>
                    <a:pt x="232912" y="198120"/>
                  </a:lnTo>
                  <a:lnTo>
                    <a:pt x="231822" y="191770"/>
                  </a:lnTo>
                  <a:lnTo>
                    <a:pt x="233097" y="190500"/>
                  </a:lnTo>
                  <a:lnTo>
                    <a:pt x="233901" y="189230"/>
                  </a:lnTo>
                  <a:lnTo>
                    <a:pt x="234003" y="186690"/>
                  </a:lnTo>
                  <a:lnTo>
                    <a:pt x="234182" y="185420"/>
                  </a:lnTo>
                  <a:lnTo>
                    <a:pt x="233663" y="184150"/>
                  </a:lnTo>
                  <a:lnTo>
                    <a:pt x="231613" y="181610"/>
                  </a:lnTo>
                  <a:lnTo>
                    <a:pt x="230160" y="180340"/>
                  </a:lnTo>
                  <a:close/>
                </a:path>
                <a:path w="332740" h="238759">
                  <a:moveTo>
                    <a:pt x="257098" y="38100"/>
                  </a:moveTo>
                  <a:lnTo>
                    <a:pt x="220715" y="38100"/>
                  </a:lnTo>
                  <a:lnTo>
                    <a:pt x="233673" y="41910"/>
                  </a:lnTo>
                  <a:lnTo>
                    <a:pt x="246112" y="49530"/>
                  </a:lnTo>
                  <a:lnTo>
                    <a:pt x="281097" y="74930"/>
                  </a:lnTo>
                  <a:lnTo>
                    <a:pt x="316344" y="109220"/>
                  </a:lnTo>
                  <a:lnTo>
                    <a:pt x="308362" y="119380"/>
                  </a:lnTo>
                  <a:lnTo>
                    <a:pt x="300238" y="129540"/>
                  </a:lnTo>
                  <a:lnTo>
                    <a:pt x="292064" y="138430"/>
                  </a:lnTo>
                  <a:lnTo>
                    <a:pt x="270775" y="163830"/>
                  </a:lnTo>
                  <a:lnTo>
                    <a:pt x="257652" y="180340"/>
                  </a:lnTo>
                  <a:lnTo>
                    <a:pt x="244811" y="195580"/>
                  </a:lnTo>
                  <a:lnTo>
                    <a:pt x="232495" y="212090"/>
                  </a:lnTo>
                  <a:lnTo>
                    <a:pt x="247837" y="212090"/>
                  </a:lnTo>
                  <a:lnTo>
                    <a:pt x="260604" y="194310"/>
                  </a:lnTo>
                  <a:lnTo>
                    <a:pt x="276749" y="175260"/>
                  </a:lnTo>
                  <a:lnTo>
                    <a:pt x="293070" y="156210"/>
                  </a:lnTo>
                  <a:lnTo>
                    <a:pt x="301100" y="146050"/>
                  </a:lnTo>
                  <a:lnTo>
                    <a:pt x="309176" y="137160"/>
                  </a:lnTo>
                  <a:lnTo>
                    <a:pt x="317204" y="127000"/>
                  </a:lnTo>
                  <a:lnTo>
                    <a:pt x="325091" y="116840"/>
                  </a:lnTo>
                  <a:lnTo>
                    <a:pt x="329600" y="113030"/>
                  </a:lnTo>
                  <a:lnTo>
                    <a:pt x="332030" y="106680"/>
                  </a:lnTo>
                  <a:lnTo>
                    <a:pt x="332136" y="105410"/>
                  </a:lnTo>
                  <a:lnTo>
                    <a:pt x="332242" y="104140"/>
                  </a:lnTo>
                  <a:lnTo>
                    <a:pt x="332347" y="102870"/>
                  </a:lnTo>
                  <a:lnTo>
                    <a:pt x="332453" y="101600"/>
                  </a:lnTo>
                  <a:lnTo>
                    <a:pt x="332559" y="100330"/>
                  </a:lnTo>
                  <a:lnTo>
                    <a:pt x="332665" y="99060"/>
                  </a:lnTo>
                  <a:lnTo>
                    <a:pt x="332489" y="97790"/>
                  </a:lnTo>
                  <a:lnTo>
                    <a:pt x="321093" y="97790"/>
                  </a:lnTo>
                  <a:lnTo>
                    <a:pt x="317042" y="92775"/>
                  </a:lnTo>
                  <a:lnTo>
                    <a:pt x="312569" y="87630"/>
                  </a:lnTo>
                  <a:lnTo>
                    <a:pt x="307818" y="83820"/>
                  </a:lnTo>
                  <a:lnTo>
                    <a:pt x="302722" y="78740"/>
                  </a:lnTo>
                  <a:lnTo>
                    <a:pt x="306357" y="78740"/>
                  </a:lnTo>
                  <a:lnTo>
                    <a:pt x="307889" y="76200"/>
                  </a:lnTo>
                  <a:lnTo>
                    <a:pt x="307859" y="73660"/>
                  </a:lnTo>
                  <a:lnTo>
                    <a:pt x="321970" y="73660"/>
                  </a:lnTo>
                  <a:lnTo>
                    <a:pt x="320028" y="71120"/>
                  </a:lnTo>
                  <a:lnTo>
                    <a:pt x="293743" y="71120"/>
                  </a:lnTo>
                  <a:lnTo>
                    <a:pt x="292474" y="69850"/>
                  </a:lnTo>
                  <a:lnTo>
                    <a:pt x="293534" y="69850"/>
                  </a:lnTo>
                  <a:lnTo>
                    <a:pt x="294571" y="68580"/>
                  </a:lnTo>
                  <a:lnTo>
                    <a:pt x="295274" y="68580"/>
                  </a:lnTo>
                  <a:lnTo>
                    <a:pt x="295274" y="66040"/>
                  </a:lnTo>
                  <a:lnTo>
                    <a:pt x="294524" y="64770"/>
                  </a:lnTo>
                  <a:lnTo>
                    <a:pt x="285723" y="64770"/>
                  </a:lnTo>
                  <a:lnTo>
                    <a:pt x="284269" y="63500"/>
                  </a:lnTo>
                  <a:lnTo>
                    <a:pt x="284740" y="63500"/>
                  </a:lnTo>
                  <a:lnTo>
                    <a:pt x="285645" y="62230"/>
                  </a:lnTo>
                  <a:lnTo>
                    <a:pt x="292367" y="62230"/>
                  </a:lnTo>
                  <a:lnTo>
                    <a:pt x="294810" y="60960"/>
                  </a:lnTo>
                  <a:lnTo>
                    <a:pt x="295066" y="60960"/>
                  </a:lnTo>
                  <a:lnTo>
                    <a:pt x="295250" y="59690"/>
                  </a:lnTo>
                  <a:lnTo>
                    <a:pt x="310591" y="59690"/>
                  </a:lnTo>
                  <a:lnTo>
                    <a:pt x="308300" y="57150"/>
                  </a:lnTo>
                  <a:lnTo>
                    <a:pt x="307007" y="55880"/>
                  </a:lnTo>
                  <a:lnTo>
                    <a:pt x="279341" y="55880"/>
                  </a:lnTo>
                  <a:lnTo>
                    <a:pt x="283673" y="54610"/>
                  </a:lnTo>
                  <a:lnTo>
                    <a:pt x="287278" y="52070"/>
                  </a:lnTo>
                  <a:lnTo>
                    <a:pt x="303129" y="52070"/>
                  </a:lnTo>
                  <a:lnTo>
                    <a:pt x="300543" y="49530"/>
                  </a:lnTo>
                  <a:lnTo>
                    <a:pt x="265792" y="49530"/>
                  </a:lnTo>
                  <a:lnTo>
                    <a:pt x="262884" y="46990"/>
                  </a:lnTo>
                  <a:lnTo>
                    <a:pt x="272489" y="44450"/>
                  </a:lnTo>
                  <a:lnTo>
                    <a:pt x="276433" y="41910"/>
                  </a:lnTo>
                  <a:lnTo>
                    <a:pt x="255078" y="41910"/>
                  </a:lnTo>
                  <a:lnTo>
                    <a:pt x="252063" y="39370"/>
                  </a:lnTo>
                  <a:lnTo>
                    <a:pt x="257098" y="38100"/>
                  </a:lnTo>
                  <a:close/>
                </a:path>
                <a:path w="332740" h="238759">
                  <a:moveTo>
                    <a:pt x="219437" y="81280"/>
                  </a:moveTo>
                  <a:lnTo>
                    <a:pt x="208363" y="81280"/>
                  </a:lnTo>
                  <a:lnTo>
                    <a:pt x="208387" y="87630"/>
                  </a:lnTo>
                  <a:lnTo>
                    <a:pt x="208673" y="90170"/>
                  </a:lnTo>
                  <a:lnTo>
                    <a:pt x="206546" y="90170"/>
                  </a:lnTo>
                  <a:lnTo>
                    <a:pt x="204109" y="91440"/>
                  </a:lnTo>
                  <a:lnTo>
                    <a:pt x="9134" y="91440"/>
                  </a:lnTo>
                  <a:lnTo>
                    <a:pt x="8683" y="92775"/>
                  </a:lnTo>
                  <a:lnTo>
                    <a:pt x="6714" y="96520"/>
                  </a:lnTo>
                  <a:lnTo>
                    <a:pt x="5549" y="104140"/>
                  </a:lnTo>
                  <a:lnTo>
                    <a:pt x="5461" y="106680"/>
                  </a:lnTo>
                  <a:lnTo>
                    <a:pt x="5377" y="120650"/>
                  </a:lnTo>
                  <a:lnTo>
                    <a:pt x="5558" y="127000"/>
                  </a:lnTo>
                  <a:lnTo>
                    <a:pt x="5630" y="129540"/>
                  </a:lnTo>
                  <a:lnTo>
                    <a:pt x="5738" y="132080"/>
                  </a:lnTo>
                  <a:lnTo>
                    <a:pt x="6056" y="146050"/>
                  </a:lnTo>
                  <a:lnTo>
                    <a:pt x="7018" y="175260"/>
                  </a:lnTo>
                  <a:lnTo>
                    <a:pt x="7060" y="176530"/>
                  </a:lnTo>
                  <a:lnTo>
                    <a:pt x="7145" y="180340"/>
                  </a:lnTo>
                  <a:lnTo>
                    <a:pt x="7259" y="185420"/>
                  </a:lnTo>
                  <a:lnTo>
                    <a:pt x="7370" y="194310"/>
                  </a:lnTo>
                  <a:lnTo>
                    <a:pt x="6512" y="194310"/>
                  </a:lnTo>
                  <a:lnTo>
                    <a:pt x="6101" y="195580"/>
                  </a:lnTo>
                  <a:lnTo>
                    <a:pt x="6590" y="199390"/>
                  </a:lnTo>
                  <a:lnTo>
                    <a:pt x="8020" y="200660"/>
                  </a:lnTo>
                  <a:lnTo>
                    <a:pt x="44596" y="200660"/>
                  </a:lnTo>
                  <a:lnTo>
                    <a:pt x="76316" y="198120"/>
                  </a:lnTo>
                  <a:lnTo>
                    <a:pt x="102218" y="195580"/>
                  </a:lnTo>
                  <a:lnTo>
                    <a:pt x="122869" y="193040"/>
                  </a:lnTo>
                  <a:lnTo>
                    <a:pt x="133131" y="193040"/>
                  </a:lnTo>
                  <a:lnTo>
                    <a:pt x="139572" y="191770"/>
                  </a:lnTo>
                  <a:lnTo>
                    <a:pt x="18221" y="191770"/>
                  </a:lnTo>
                  <a:lnTo>
                    <a:pt x="18108" y="187960"/>
                  </a:lnTo>
                  <a:lnTo>
                    <a:pt x="17995" y="184150"/>
                  </a:lnTo>
                  <a:lnTo>
                    <a:pt x="17695" y="176530"/>
                  </a:lnTo>
                  <a:lnTo>
                    <a:pt x="16999" y="160020"/>
                  </a:lnTo>
                  <a:lnTo>
                    <a:pt x="16403" y="147320"/>
                  </a:lnTo>
                  <a:lnTo>
                    <a:pt x="15361" y="120650"/>
                  </a:lnTo>
                  <a:lnTo>
                    <a:pt x="14973" y="96520"/>
                  </a:lnTo>
                  <a:lnTo>
                    <a:pt x="15468" y="96520"/>
                  </a:lnTo>
                  <a:lnTo>
                    <a:pt x="15492" y="95250"/>
                  </a:lnTo>
                  <a:lnTo>
                    <a:pt x="14911" y="92775"/>
                  </a:lnTo>
                  <a:lnTo>
                    <a:pt x="218551" y="92775"/>
                  </a:lnTo>
                  <a:lnTo>
                    <a:pt x="219392" y="87630"/>
                  </a:lnTo>
                  <a:lnTo>
                    <a:pt x="219437" y="81280"/>
                  </a:lnTo>
                  <a:close/>
                </a:path>
                <a:path w="332740" h="238759">
                  <a:moveTo>
                    <a:pt x="88263" y="100330"/>
                  </a:moveTo>
                  <a:lnTo>
                    <a:pt x="69422" y="100330"/>
                  </a:lnTo>
                  <a:lnTo>
                    <a:pt x="69702" y="101600"/>
                  </a:lnTo>
                  <a:lnTo>
                    <a:pt x="70149" y="102870"/>
                  </a:lnTo>
                  <a:lnTo>
                    <a:pt x="71472" y="104140"/>
                  </a:lnTo>
                  <a:lnTo>
                    <a:pt x="77597" y="104140"/>
                  </a:lnTo>
                  <a:lnTo>
                    <a:pt x="82424" y="102870"/>
                  </a:lnTo>
                  <a:lnTo>
                    <a:pt x="88263" y="100330"/>
                  </a:lnTo>
                  <a:close/>
                </a:path>
                <a:path w="332740" h="238759">
                  <a:moveTo>
                    <a:pt x="204133" y="102870"/>
                  </a:moveTo>
                  <a:lnTo>
                    <a:pt x="177174" y="102870"/>
                  </a:lnTo>
                  <a:lnTo>
                    <a:pt x="189571" y="104140"/>
                  </a:lnTo>
                  <a:lnTo>
                    <a:pt x="202548" y="104140"/>
                  </a:lnTo>
                  <a:lnTo>
                    <a:pt x="204133" y="102870"/>
                  </a:lnTo>
                  <a:close/>
                </a:path>
                <a:path w="332740" h="238759">
                  <a:moveTo>
                    <a:pt x="109958" y="101600"/>
                  </a:moveTo>
                  <a:lnTo>
                    <a:pt x="106580" y="101600"/>
                  </a:lnTo>
                  <a:lnTo>
                    <a:pt x="107384" y="102870"/>
                  </a:lnTo>
                  <a:lnTo>
                    <a:pt x="108993" y="102870"/>
                  </a:lnTo>
                  <a:lnTo>
                    <a:pt x="109958" y="101600"/>
                  </a:lnTo>
                  <a:close/>
                </a:path>
                <a:path w="332740" h="238759">
                  <a:moveTo>
                    <a:pt x="132458" y="101600"/>
                  </a:moveTo>
                  <a:lnTo>
                    <a:pt x="125188" y="101600"/>
                  </a:lnTo>
                  <a:lnTo>
                    <a:pt x="125629" y="102870"/>
                  </a:lnTo>
                  <a:lnTo>
                    <a:pt x="131004" y="102870"/>
                  </a:lnTo>
                  <a:lnTo>
                    <a:pt x="132458" y="101600"/>
                  </a:lnTo>
                  <a:close/>
                </a:path>
                <a:path w="332740" h="238759">
                  <a:moveTo>
                    <a:pt x="207326" y="97790"/>
                  </a:moveTo>
                  <a:lnTo>
                    <a:pt x="61503" y="97790"/>
                  </a:lnTo>
                  <a:lnTo>
                    <a:pt x="70251" y="99060"/>
                  </a:lnTo>
                  <a:lnTo>
                    <a:pt x="69625" y="100330"/>
                  </a:lnTo>
                  <a:lnTo>
                    <a:pt x="88263" y="100330"/>
                  </a:lnTo>
                  <a:lnTo>
                    <a:pt x="105573" y="101600"/>
                  </a:lnTo>
                  <a:lnTo>
                    <a:pt x="132458" y="101600"/>
                  </a:lnTo>
                  <a:lnTo>
                    <a:pt x="143457" y="102870"/>
                  </a:lnTo>
                  <a:lnTo>
                    <a:pt x="205479" y="102870"/>
                  </a:lnTo>
                  <a:lnTo>
                    <a:pt x="206337" y="101600"/>
                  </a:lnTo>
                  <a:lnTo>
                    <a:pt x="206963" y="100330"/>
                  </a:lnTo>
                  <a:lnTo>
                    <a:pt x="207273" y="99060"/>
                  </a:lnTo>
                  <a:lnTo>
                    <a:pt x="207326" y="97790"/>
                  </a:lnTo>
                  <a:close/>
                </a:path>
                <a:path w="332740" h="238759">
                  <a:moveTo>
                    <a:pt x="218551" y="92775"/>
                  </a:moveTo>
                  <a:lnTo>
                    <a:pt x="14911" y="92775"/>
                  </a:lnTo>
                  <a:lnTo>
                    <a:pt x="21913" y="93980"/>
                  </a:lnTo>
                  <a:lnTo>
                    <a:pt x="37761" y="96520"/>
                  </a:lnTo>
                  <a:lnTo>
                    <a:pt x="46321" y="96520"/>
                  </a:lnTo>
                  <a:lnTo>
                    <a:pt x="46428" y="97790"/>
                  </a:lnTo>
                  <a:lnTo>
                    <a:pt x="47024" y="99060"/>
                  </a:lnTo>
                  <a:lnTo>
                    <a:pt x="48216" y="100330"/>
                  </a:lnTo>
                  <a:lnTo>
                    <a:pt x="49646" y="100330"/>
                  </a:lnTo>
                  <a:lnTo>
                    <a:pt x="52006" y="99060"/>
                  </a:lnTo>
                  <a:lnTo>
                    <a:pt x="54526" y="99060"/>
                  </a:lnTo>
                  <a:lnTo>
                    <a:pt x="57380" y="97790"/>
                  </a:lnTo>
                  <a:lnTo>
                    <a:pt x="215966" y="97790"/>
                  </a:lnTo>
                  <a:lnTo>
                    <a:pt x="217939" y="96520"/>
                  </a:lnTo>
                  <a:lnTo>
                    <a:pt x="218551" y="92775"/>
                  </a:lnTo>
                  <a:close/>
                </a:path>
                <a:path w="332740" h="238759">
                  <a:moveTo>
                    <a:pt x="321970" y="73660"/>
                  </a:moveTo>
                  <a:lnTo>
                    <a:pt x="307859" y="73660"/>
                  </a:lnTo>
                  <a:lnTo>
                    <a:pt x="311672" y="78740"/>
                  </a:lnTo>
                  <a:lnTo>
                    <a:pt x="315152" y="83820"/>
                  </a:lnTo>
                  <a:lnTo>
                    <a:pt x="319588" y="92775"/>
                  </a:lnTo>
                  <a:lnTo>
                    <a:pt x="320604" y="95250"/>
                  </a:lnTo>
                  <a:lnTo>
                    <a:pt x="321093" y="97790"/>
                  </a:lnTo>
                  <a:lnTo>
                    <a:pt x="332489" y="97790"/>
                  </a:lnTo>
                  <a:lnTo>
                    <a:pt x="331797" y="92775"/>
                  </a:lnTo>
                  <a:lnTo>
                    <a:pt x="331290" y="91440"/>
                  </a:lnTo>
                  <a:lnTo>
                    <a:pt x="327803" y="82550"/>
                  </a:lnTo>
                  <a:lnTo>
                    <a:pt x="321970" y="73660"/>
                  </a:lnTo>
                  <a:close/>
                </a:path>
                <a:path w="332740" h="238759">
                  <a:moveTo>
                    <a:pt x="57458" y="59690"/>
                  </a:moveTo>
                  <a:lnTo>
                    <a:pt x="49670" y="59690"/>
                  </a:lnTo>
                  <a:lnTo>
                    <a:pt x="45934" y="60960"/>
                  </a:lnTo>
                  <a:lnTo>
                    <a:pt x="37860" y="66040"/>
                  </a:lnTo>
                  <a:lnTo>
                    <a:pt x="31866" y="68580"/>
                  </a:lnTo>
                  <a:lnTo>
                    <a:pt x="0" y="88900"/>
                  </a:lnTo>
                  <a:lnTo>
                    <a:pt x="1144" y="91440"/>
                  </a:lnTo>
                  <a:lnTo>
                    <a:pt x="2616" y="92775"/>
                  </a:lnTo>
                  <a:lnTo>
                    <a:pt x="4684" y="92775"/>
                  </a:lnTo>
                  <a:lnTo>
                    <a:pt x="8198" y="91440"/>
                  </a:lnTo>
                  <a:lnTo>
                    <a:pt x="131701" y="91440"/>
                  </a:lnTo>
                  <a:lnTo>
                    <a:pt x="133765" y="90170"/>
                  </a:lnTo>
                  <a:lnTo>
                    <a:pt x="104816" y="90170"/>
                  </a:lnTo>
                  <a:lnTo>
                    <a:pt x="107229" y="88900"/>
                  </a:lnTo>
                  <a:lnTo>
                    <a:pt x="85171" y="88900"/>
                  </a:lnTo>
                  <a:lnTo>
                    <a:pt x="77103" y="87630"/>
                  </a:lnTo>
                  <a:lnTo>
                    <a:pt x="80235" y="86360"/>
                  </a:lnTo>
                  <a:lnTo>
                    <a:pt x="50427" y="86360"/>
                  </a:lnTo>
                  <a:lnTo>
                    <a:pt x="52314" y="85090"/>
                  </a:lnTo>
                  <a:lnTo>
                    <a:pt x="35322" y="85090"/>
                  </a:lnTo>
                  <a:lnTo>
                    <a:pt x="28106" y="83820"/>
                  </a:lnTo>
                  <a:lnTo>
                    <a:pt x="24942" y="83820"/>
                  </a:lnTo>
                  <a:lnTo>
                    <a:pt x="31818" y="80010"/>
                  </a:lnTo>
                  <a:lnTo>
                    <a:pt x="39034" y="77470"/>
                  </a:lnTo>
                  <a:lnTo>
                    <a:pt x="46428" y="72390"/>
                  </a:lnTo>
                  <a:lnTo>
                    <a:pt x="48734" y="71120"/>
                  </a:lnTo>
                  <a:lnTo>
                    <a:pt x="219495" y="71120"/>
                  </a:lnTo>
                  <a:lnTo>
                    <a:pt x="219575" y="64770"/>
                  </a:lnTo>
                  <a:lnTo>
                    <a:pt x="219626" y="63500"/>
                  </a:lnTo>
                  <a:lnTo>
                    <a:pt x="178169" y="63500"/>
                  </a:lnTo>
                  <a:lnTo>
                    <a:pt x="148315" y="62230"/>
                  </a:lnTo>
                  <a:lnTo>
                    <a:pt x="120431" y="62230"/>
                  </a:lnTo>
                  <a:lnTo>
                    <a:pt x="88883" y="60960"/>
                  </a:lnTo>
                  <a:lnTo>
                    <a:pt x="66771" y="60960"/>
                  </a:lnTo>
                  <a:lnTo>
                    <a:pt x="57458" y="59690"/>
                  </a:lnTo>
                  <a:close/>
                </a:path>
                <a:path w="332740" h="238759">
                  <a:moveTo>
                    <a:pt x="173588" y="80010"/>
                  </a:moveTo>
                  <a:lnTo>
                    <a:pt x="155994" y="80010"/>
                  </a:lnTo>
                  <a:lnTo>
                    <a:pt x="143820" y="86360"/>
                  </a:lnTo>
                  <a:lnTo>
                    <a:pt x="139203" y="88900"/>
                  </a:lnTo>
                  <a:lnTo>
                    <a:pt x="137439" y="90170"/>
                  </a:lnTo>
                  <a:lnTo>
                    <a:pt x="134507" y="91440"/>
                  </a:lnTo>
                  <a:lnTo>
                    <a:pt x="154564" y="91440"/>
                  </a:lnTo>
                  <a:lnTo>
                    <a:pt x="159342" y="87630"/>
                  </a:lnTo>
                  <a:lnTo>
                    <a:pt x="166377" y="83820"/>
                  </a:lnTo>
                  <a:lnTo>
                    <a:pt x="173588" y="80010"/>
                  </a:lnTo>
                  <a:close/>
                </a:path>
                <a:path w="332740" h="238759">
                  <a:moveTo>
                    <a:pt x="219481" y="73660"/>
                  </a:moveTo>
                  <a:lnTo>
                    <a:pt x="189600" y="73660"/>
                  </a:lnTo>
                  <a:lnTo>
                    <a:pt x="183945" y="77470"/>
                  </a:lnTo>
                  <a:lnTo>
                    <a:pt x="170419" y="85090"/>
                  </a:lnTo>
                  <a:lnTo>
                    <a:pt x="155213" y="91440"/>
                  </a:lnTo>
                  <a:lnTo>
                    <a:pt x="197257" y="91440"/>
                  </a:lnTo>
                  <a:lnTo>
                    <a:pt x="195386" y="90170"/>
                  </a:lnTo>
                  <a:lnTo>
                    <a:pt x="199151" y="87630"/>
                  </a:lnTo>
                  <a:lnTo>
                    <a:pt x="204961" y="83820"/>
                  </a:lnTo>
                  <a:lnTo>
                    <a:pt x="205301" y="83820"/>
                  </a:lnTo>
                  <a:lnTo>
                    <a:pt x="206391" y="82550"/>
                  </a:lnTo>
                  <a:lnTo>
                    <a:pt x="208363" y="81280"/>
                  </a:lnTo>
                  <a:lnTo>
                    <a:pt x="219437" y="81280"/>
                  </a:lnTo>
                  <a:lnTo>
                    <a:pt x="219481" y="73660"/>
                  </a:lnTo>
                  <a:close/>
                </a:path>
                <a:path w="332740" h="238759">
                  <a:moveTo>
                    <a:pt x="188772" y="73660"/>
                  </a:moveTo>
                  <a:lnTo>
                    <a:pt x="150309" y="73660"/>
                  </a:lnTo>
                  <a:lnTo>
                    <a:pt x="144625" y="76200"/>
                  </a:lnTo>
                  <a:lnTo>
                    <a:pt x="139358" y="78740"/>
                  </a:lnTo>
                  <a:lnTo>
                    <a:pt x="133077" y="81280"/>
                  </a:lnTo>
                  <a:lnTo>
                    <a:pt x="119534" y="87630"/>
                  </a:lnTo>
                  <a:lnTo>
                    <a:pt x="114445" y="90170"/>
                  </a:lnTo>
                  <a:lnTo>
                    <a:pt x="133765" y="90170"/>
                  </a:lnTo>
                  <a:lnTo>
                    <a:pt x="137856" y="87630"/>
                  </a:lnTo>
                  <a:lnTo>
                    <a:pt x="155994" y="80010"/>
                  </a:lnTo>
                  <a:lnTo>
                    <a:pt x="173588" y="80010"/>
                  </a:lnTo>
                  <a:lnTo>
                    <a:pt x="181033" y="76200"/>
                  </a:lnTo>
                  <a:lnTo>
                    <a:pt x="188772" y="73660"/>
                  </a:lnTo>
                  <a:close/>
                </a:path>
                <a:path w="332740" h="238759">
                  <a:moveTo>
                    <a:pt x="219488" y="72390"/>
                  </a:moveTo>
                  <a:lnTo>
                    <a:pt x="120904" y="72390"/>
                  </a:lnTo>
                  <a:lnTo>
                    <a:pt x="115899" y="74930"/>
                  </a:lnTo>
                  <a:lnTo>
                    <a:pt x="111174" y="77470"/>
                  </a:lnTo>
                  <a:lnTo>
                    <a:pt x="103362" y="81280"/>
                  </a:lnTo>
                  <a:lnTo>
                    <a:pt x="92023" y="87630"/>
                  </a:lnTo>
                  <a:lnTo>
                    <a:pt x="89479" y="88900"/>
                  </a:lnTo>
                  <a:lnTo>
                    <a:pt x="107229" y="88900"/>
                  </a:lnTo>
                  <a:lnTo>
                    <a:pt x="114954" y="83820"/>
                  </a:lnTo>
                  <a:lnTo>
                    <a:pt x="123084" y="80010"/>
                  </a:lnTo>
                  <a:lnTo>
                    <a:pt x="131540" y="77470"/>
                  </a:lnTo>
                  <a:lnTo>
                    <a:pt x="140239" y="76200"/>
                  </a:lnTo>
                  <a:lnTo>
                    <a:pt x="141848" y="76200"/>
                  </a:lnTo>
                  <a:lnTo>
                    <a:pt x="142939" y="74930"/>
                  </a:lnTo>
                  <a:lnTo>
                    <a:pt x="143278" y="73660"/>
                  </a:lnTo>
                  <a:lnTo>
                    <a:pt x="219481" y="73660"/>
                  </a:lnTo>
                  <a:lnTo>
                    <a:pt x="219488" y="72390"/>
                  </a:lnTo>
                  <a:close/>
                </a:path>
                <a:path w="332740" h="238759">
                  <a:moveTo>
                    <a:pt x="105287" y="74930"/>
                  </a:moveTo>
                  <a:lnTo>
                    <a:pt x="95736" y="74930"/>
                  </a:lnTo>
                  <a:lnTo>
                    <a:pt x="81978" y="77470"/>
                  </a:lnTo>
                  <a:lnTo>
                    <a:pt x="74713" y="80010"/>
                  </a:lnTo>
                  <a:lnTo>
                    <a:pt x="73367" y="81280"/>
                  </a:lnTo>
                  <a:lnTo>
                    <a:pt x="71961" y="81280"/>
                  </a:lnTo>
                  <a:lnTo>
                    <a:pt x="70483" y="82550"/>
                  </a:lnTo>
                  <a:lnTo>
                    <a:pt x="59376" y="86360"/>
                  </a:lnTo>
                  <a:lnTo>
                    <a:pt x="80235" y="86360"/>
                  </a:lnTo>
                  <a:lnTo>
                    <a:pt x="83367" y="85090"/>
                  </a:lnTo>
                  <a:lnTo>
                    <a:pt x="89990" y="82550"/>
                  </a:lnTo>
                  <a:lnTo>
                    <a:pt x="103910" y="80010"/>
                  </a:lnTo>
                  <a:lnTo>
                    <a:pt x="105465" y="80010"/>
                  </a:lnTo>
                  <a:lnTo>
                    <a:pt x="106609" y="78740"/>
                  </a:lnTo>
                  <a:lnTo>
                    <a:pt x="106502" y="76200"/>
                  </a:lnTo>
                  <a:lnTo>
                    <a:pt x="105287" y="74930"/>
                  </a:lnTo>
                  <a:close/>
                </a:path>
                <a:path w="332740" h="238759">
                  <a:moveTo>
                    <a:pt x="219495" y="71120"/>
                  </a:moveTo>
                  <a:lnTo>
                    <a:pt x="66979" y="71120"/>
                  </a:lnTo>
                  <a:lnTo>
                    <a:pt x="57964" y="73660"/>
                  </a:lnTo>
                  <a:lnTo>
                    <a:pt x="49506" y="76200"/>
                  </a:lnTo>
                  <a:lnTo>
                    <a:pt x="41870" y="80010"/>
                  </a:lnTo>
                  <a:lnTo>
                    <a:pt x="35322" y="85090"/>
                  </a:lnTo>
                  <a:lnTo>
                    <a:pt x="52314" y="85090"/>
                  </a:lnTo>
                  <a:lnTo>
                    <a:pt x="57976" y="81280"/>
                  </a:lnTo>
                  <a:lnTo>
                    <a:pt x="65657" y="78740"/>
                  </a:lnTo>
                  <a:lnTo>
                    <a:pt x="75262" y="77470"/>
                  </a:lnTo>
                  <a:lnTo>
                    <a:pt x="76662" y="76200"/>
                  </a:lnTo>
                  <a:lnTo>
                    <a:pt x="76570" y="74930"/>
                  </a:lnTo>
                  <a:lnTo>
                    <a:pt x="76477" y="73660"/>
                  </a:lnTo>
                  <a:lnTo>
                    <a:pt x="76167" y="72390"/>
                  </a:lnTo>
                  <a:lnTo>
                    <a:pt x="219488" y="72390"/>
                  </a:lnTo>
                  <a:lnTo>
                    <a:pt x="219495" y="71120"/>
                  </a:lnTo>
                  <a:close/>
                </a:path>
                <a:path w="332740" h="238759">
                  <a:moveTo>
                    <a:pt x="303872" y="69850"/>
                  </a:moveTo>
                  <a:lnTo>
                    <a:pt x="300178" y="69850"/>
                  </a:lnTo>
                  <a:lnTo>
                    <a:pt x="295143" y="71120"/>
                  </a:lnTo>
                  <a:lnTo>
                    <a:pt x="304617" y="71120"/>
                  </a:lnTo>
                  <a:lnTo>
                    <a:pt x="304494" y="70616"/>
                  </a:lnTo>
                  <a:lnTo>
                    <a:pt x="303872" y="69850"/>
                  </a:lnTo>
                  <a:close/>
                </a:path>
                <a:path w="332740" h="238759">
                  <a:moveTo>
                    <a:pt x="319057" y="69850"/>
                  </a:moveTo>
                  <a:lnTo>
                    <a:pt x="304307" y="69850"/>
                  </a:lnTo>
                  <a:lnTo>
                    <a:pt x="304494" y="70616"/>
                  </a:lnTo>
                  <a:lnTo>
                    <a:pt x="304903" y="71120"/>
                  </a:lnTo>
                  <a:lnTo>
                    <a:pt x="320028" y="71120"/>
                  </a:lnTo>
                  <a:lnTo>
                    <a:pt x="319057" y="69850"/>
                  </a:lnTo>
                  <a:close/>
                </a:path>
                <a:path w="332740" h="238759">
                  <a:moveTo>
                    <a:pt x="310591" y="59690"/>
                  </a:moveTo>
                  <a:lnTo>
                    <a:pt x="295250" y="59690"/>
                  </a:lnTo>
                  <a:lnTo>
                    <a:pt x="301811" y="67310"/>
                  </a:lnTo>
                  <a:lnTo>
                    <a:pt x="304494" y="70616"/>
                  </a:lnTo>
                  <a:lnTo>
                    <a:pt x="304307" y="69850"/>
                  </a:lnTo>
                  <a:lnTo>
                    <a:pt x="319057" y="69850"/>
                  </a:lnTo>
                  <a:lnTo>
                    <a:pt x="315174" y="64770"/>
                  </a:lnTo>
                  <a:lnTo>
                    <a:pt x="310591" y="59690"/>
                  </a:lnTo>
                  <a:close/>
                </a:path>
                <a:path w="332740" h="238759">
                  <a:moveTo>
                    <a:pt x="256638" y="11430"/>
                  </a:moveTo>
                  <a:lnTo>
                    <a:pt x="239920" y="11430"/>
                  </a:lnTo>
                  <a:lnTo>
                    <a:pt x="246796" y="16510"/>
                  </a:lnTo>
                  <a:lnTo>
                    <a:pt x="240206" y="19050"/>
                  </a:lnTo>
                  <a:lnTo>
                    <a:pt x="233508" y="22860"/>
                  </a:lnTo>
                  <a:lnTo>
                    <a:pt x="227514" y="27940"/>
                  </a:lnTo>
                  <a:lnTo>
                    <a:pt x="209895" y="27940"/>
                  </a:lnTo>
                  <a:lnTo>
                    <a:pt x="209609" y="29210"/>
                  </a:lnTo>
                  <a:lnTo>
                    <a:pt x="209477" y="29210"/>
                  </a:lnTo>
                  <a:lnTo>
                    <a:pt x="209447" y="36830"/>
                  </a:lnTo>
                  <a:lnTo>
                    <a:pt x="209328" y="55880"/>
                  </a:lnTo>
                  <a:lnTo>
                    <a:pt x="209221" y="60960"/>
                  </a:lnTo>
                  <a:lnTo>
                    <a:pt x="209114" y="63500"/>
                  </a:lnTo>
                  <a:lnTo>
                    <a:pt x="219626" y="63500"/>
                  </a:lnTo>
                  <a:lnTo>
                    <a:pt x="219729" y="60960"/>
                  </a:lnTo>
                  <a:lnTo>
                    <a:pt x="219780" y="59690"/>
                  </a:lnTo>
                  <a:lnTo>
                    <a:pt x="219935" y="57150"/>
                  </a:lnTo>
                  <a:lnTo>
                    <a:pt x="220039" y="54610"/>
                  </a:lnTo>
                  <a:lnTo>
                    <a:pt x="220142" y="52070"/>
                  </a:lnTo>
                  <a:lnTo>
                    <a:pt x="220246" y="49530"/>
                  </a:lnTo>
                  <a:lnTo>
                    <a:pt x="220370" y="46990"/>
                  </a:lnTo>
                  <a:lnTo>
                    <a:pt x="220441" y="45720"/>
                  </a:lnTo>
                  <a:lnTo>
                    <a:pt x="220513" y="44450"/>
                  </a:lnTo>
                  <a:lnTo>
                    <a:pt x="220617" y="41910"/>
                  </a:lnTo>
                  <a:lnTo>
                    <a:pt x="220715" y="38100"/>
                  </a:lnTo>
                  <a:lnTo>
                    <a:pt x="257098" y="38100"/>
                  </a:lnTo>
                  <a:lnTo>
                    <a:pt x="262628" y="36830"/>
                  </a:lnTo>
                  <a:lnTo>
                    <a:pt x="267454" y="34290"/>
                  </a:lnTo>
                  <a:lnTo>
                    <a:pt x="243524" y="34290"/>
                  </a:lnTo>
                  <a:lnTo>
                    <a:pt x="240206" y="33020"/>
                  </a:lnTo>
                  <a:lnTo>
                    <a:pt x="233949" y="30480"/>
                  </a:lnTo>
                  <a:lnTo>
                    <a:pt x="239502" y="26670"/>
                  </a:lnTo>
                  <a:lnTo>
                    <a:pt x="245372" y="24130"/>
                  </a:lnTo>
                  <a:lnTo>
                    <a:pt x="252141" y="21590"/>
                  </a:lnTo>
                  <a:lnTo>
                    <a:pt x="269210" y="21590"/>
                  </a:lnTo>
                  <a:lnTo>
                    <a:pt x="256638" y="11430"/>
                  </a:lnTo>
                  <a:close/>
                </a:path>
                <a:path w="332740" h="238759">
                  <a:moveTo>
                    <a:pt x="303129" y="52070"/>
                  </a:moveTo>
                  <a:lnTo>
                    <a:pt x="287278" y="52070"/>
                  </a:lnTo>
                  <a:lnTo>
                    <a:pt x="288005" y="53340"/>
                  </a:lnTo>
                  <a:lnTo>
                    <a:pt x="289489" y="54610"/>
                  </a:lnTo>
                  <a:lnTo>
                    <a:pt x="288321" y="54610"/>
                  </a:lnTo>
                  <a:lnTo>
                    <a:pt x="282767" y="55880"/>
                  </a:lnTo>
                  <a:lnTo>
                    <a:pt x="307007" y="55880"/>
                  </a:lnTo>
                  <a:lnTo>
                    <a:pt x="303129" y="52070"/>
                  </a:lnTo>
                  <a:close/>
                </a:path>
                <a:path w="332740" h="238759">
                  <a:moveTo>
                    <a:pt x="269210" y="21590"/>
                  </a:moveTo>
                  <a:lnTo>
                    <a:pt x="252141" y="21590"/>
                  </a:lnTo>
                  <a:lnTo>
                    <a:pt x="254971" y="24130"/>
                  </a:lnTo>
                  <a:lnTo>
                    <a:pt x="260423" y="27940"/>
                  </a:lnTo>
                  <a:lnTo>
                    <a:pt x="256633" y="29210"/>
                  </a:lnTo>
                  <a:lnTo>
                    <a:pt x="245419" y="34290"/>
                  </a:lnTo>
                  <a:lnTo>
                    <a:pt x="267454" y="34290"/>
                  </a:lnTo>
                  <a:lnTo>
                    <a:pt x="270153" y="36830"/>
                  </a:lnTo>
                  <a:lnTo>
                    <a:pt x="269194" y="36830"/>
                  </a:lnTo>
                  <a:lnTo>
                    <a:pt x="267037" y="38100"/>
                  </a:lnTo>
                  <a:lnTo>
                    <a:pt x="259178" y="40640"/>
                  </a:lnTo>
                  <a:lnTo>
                    <a:pt x="255078" y="41910"/>
                  </a:lnTo>
                  <a:lnTo>
                    <a:pt x="276433" y="41910"/>
                  </a:lnTo>
                  <a:lnTo>
                    <a:pt x="279496" y="44450"/>
                  </a:lnTo>
                  <a:lnTo>
                    <a:pt x="281004" y="46990"/>
                  </a:lnTo>
                  <a:lnTo>
                    <a:pt x="279311" y="46990"/>
                  </a:lnTo>
                  <a:lnTo>
                    <a:pt x="274616" y="48260"/>
                  </a:lnTo>
                  <a:lnTo>
                    <a:pt x="271059" y="49530"/>
                  </a:lnTo>
                  <a:lnTo>
                    <a:pt x="300543" y="49530"/>
                  </a:lnTo>
                  <a:lnTo>
                    <a:pt x="295372" y="44450"/>
                  </a:lnTo>
                  <a:lnTo>
                    <a:pt x="281714" y="31750"/>
                  </a:lnTo>
                  <a:lnTo>
                    <a:pt x="269210" y="21590"/>
                  </a:lnTo>
                  <a:close/>
                </a:path>
                <a:path w="332740" h="238759">
                  <a:moveTo>
                    <a:pt x="241111" y="0"/>
                  </a:moveTo>
                  <a:lnTo>
                    <a:pt x="238049" y="0"/>
                  </a:lnTo>
                  <a:lnTo>
                    <a:pt x="236726" y="1270"/>
                  </a:lnTo>
                  <a:lnTo>
                    <a:pt x="234938" y="2540"/>
                  </a:lnTo>
                  <a:lnTo>
                    <a:pt x="208101" y="25400"/>
                  </a:lnTo>
                  <a:lnTo>
                    <a:pt x="208310" y="26670"/>
                  </a:lnTo>
                  <a:lnTo>
                    <a:pt x="209299" y="27940"/>
                  </a:lnTo>
                  <a:lnTo>
                    <a:pt x="227514" y="27940"/>
                  </a:lnTo>
                  <a:lnTo>
                    <a:pt x="220662" y="25400"/>
                  </a:lnTo>
                  <a:lnTo>
                    <a:pt x="217420" y="25400"/>
                  </a:lnTo>
                  <a:lnTo>
                    <a:pt x="224064" y="21590"/>
                  </a:lnTo>
                  <a:lnTo>
                    <a:pt x="227228" y="19050"/>
                  </a:lnTo>
                  <a:lnTo>
                    <a:pt x="228527" y="19050"/>
                  </a:lnTo>
                  <a:lnTo>
                    <a:pt x="236207" y="13970"/>
                  </a:lnTo>
                  <a:lnTo>
                    <a:pt x="239920" y="11430"/>
                  </a:lnTo>
                  <a:lnTo>
                    <a:pt x="256638" y="11430"/>
                  </a:lnTo>
                  <a:lnTo>
                    <a:pt x="253493" y="8890"/>
                  </a:lnTo>
                  <a:lnTo>
                    <a:pt x="250091" y="6350"/>
                  </a:lnTo>
                  <a:lnTo>
                    <a:pt x="242333" y="1270"/>
                  </a:lnTo>
                  <a:lnTo>
                    <a:pt x="241111" y="0"/>
                  </a:lnTo>
                  <a:close/>
                </a:path>
              </a:pathLst>
            </a:custGeom>
            <a:solidFill>
              <a:srgbClr val="04060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1776254" y="8062470"/>
              <a:ext cx="518795" cy="518159"/>
            </a:xfrm>
            <a:custGeom>
              <a:avLst/>
              <a:gdLst/>
              <a:ahLst/>
              <a:cxnLst/>
              <a:rect l="l" t="t" r="r" b="b"/>
              <a:pathLst>
                <a:path w="518795" h="518159">
                  <a:moveTo>
                    <a:pt x="266364" y="248920"/>
                  </a:moveTo>
                  <a:lnTo>
                    <a:pt x="251676" y="248920"/>
                  </a:lnTo>
                  <a:lnTo>
                    <a:pt x="251564" y="259080"/>
                  </a:lnTo>
                  <a:lnTo>
                    <a:pt x="251466" y="267970"/>
                  </a:lnTo>
                  <a:lnTo>
                    <a:pt x="251424" y="271780"/>
                  </a:lnTo>
                  <a:lnTo>
                    <a:pt x="251297" y="283210"/>
                  </a:lnTo>
                  <a:lnTo>
                    <a:pt x="251255" y="287020"/>
                  </a:lnTo>
                  <a:lnTo>
                    <a:pt x="251157" y="295910"/>
                  </a:lnTo>
                  <a:lnTo>
                    <a:pt x="147694" y="342900"/>
                  </a:lnTo>
                  <a:lnTo>
                    <a:pt x="145042" y="344170"/>
                  </a:lnTo>
                  <a:lnTo>
                    <a:pt x="143356" y="346710"/>
                  </a:lnTo>
                  <a:lnTo>
                    <a:pt x="143356" y="414020"/>
                  </a:lnTo>
                  <a:lnTo>
                    <a:pt x="125386" y="419100"/>
                  </a:lnTo>
                  <a:lnTo>
                    <a:pt x="110926" y="430530"/>
                  </a:lnTo>
                  <a:lnTo>
                    <a:pt x="101289" y="447040"/>
                  </a:lnTo>
                  <a:lnTo>
                    <a:pt x="97785" y="466090"/>
                  </a:lnTo>
                  <a:lnTo>
                    <a:pt x="101951" y="486410"/>
                  </a:lnTo>
                  <a:lnTo>
                    <a:pt x="113304" y="502920"/>
                  </a:lnTo>
                  <a:lnTo>
                    <a:pt x="130127" y="514350"/>
                  </a:lnTo>
                  <a:lnTo>
                    <a:pt x="150703" y="518160"/>
                  </a:lnTo>
                  <a:lnTo>
                    <a:pt x="171292" y="514350"/>
                  </a:lnTo>
                  <a:lnTo>
                    <a:pt x="186252" y="504190"/>
                  </a:lnTo>
                  <a:lnTo>
                    <a:pt x="150703" y="504190"/>
                  </a:lnTo>
                  <a:lnTo>
                    <a:pt x="135834" y="501650"/>
                  </a:lnTo>
                  <a:lnTo>
                    <a:pt x="123672" y="492760"/>
                  </a:lnTo>
                  <a:lnTo>
                    <a:pt x="115462" y="481330"/>
                  </a:lnTo>
                  <a:lnTo>
                    <a:pt x="112449" y="466090"/>
                  </a:lnTo>
                  <a:lnTo>
                    <a:pt x="115462" y="450850"/>
                  </a:lnTo>
                  <a:lnTo>
                    <a:pt x="123672" y="439420"/>
                  </a:lnTo>
                  <a:lnTo>
                    <a:pt x="135834" y="430530"/>
                  </a:lnTo>
                  <a:lnTo>
                    <a:pt x="150703" y="427990"/>
                  </a:lnTo>
                  <a:lnTo>
                    <a:pt x="187284" y="427990"/>
                  </a:lnTo>
                  <a:lnTo>
                    <a:pt x="176030" y="419100"/>
                  </a:lnTo>
                  <a:lnTo>
                    <a:pt x="158043" y="414020"/>
                  </a:lnTo>
                  <a:lnTo>
                    <a:pt x="158043" y="354330"/>
                  </a:lnTo>
                  <a:lnTo>
                    <a:pt x="258528" y="309880"/>
                  </a:lnTo>
                  <a:lnTo>
                    <a:pt x="298561" y="309880"/>
                  </a:lnTo>
                  <a:lnTo>
                    <a:pt x="265845" y="295910"/>
                  </a:lnTo>
                  <a:lnTo>
                    <a:pt x="265943" y="287020"/>
                  </a:lnTo>
                  <a:lnTo>
                    <a:pt x="265985" y="283210"/>
                  </a:lnTo>
                  <a:lnTo>
                    <a:pt x="266111" y="271780"/>
                  </a:lnTo>
                  <a:lnTo>
                    <a:pt x="266153" y="267970"/>
                  </a:lnTo>
                  <a:lnTo>
                    <a:pt x="266251" y="259080"/>
                  </a:lnTo>
                  <a:lnTo>
                    <a:pt x="266364" y="248920"/>
                  </a:lnTo>
                  <a:close/>
                </a:path>
                <a:path w="518795" h="518159">
                  <a:moveTo>
                    <a:pt x="187284" y="427990"/>
                  </a:moveTo>
                  <a:lnTo>
                    <a:pt x="150703" y="427990"/>
                  </a:lnTo>
                  <a:lnTo>
                    <a:pt x="165581" y="430530"/>
                  </a:lnTo>
                  <a:lnTo>
                    <a:pt x="177742" y="439420"/>
                  </a:lnTo>
                  <a:lnTo>
                    <a:pt x="185946" y="450850"/>
                  </a:lnTo>
                  <a:lnTo>
                    <a:pt x="188956" y="466090"/>
                  </a:lnTo>
                  <a:lnTo>
                    <a:pt x="185946" y="481330"/>
                  </a:lnTo>
                  <a:lnTo>
                    <a:pt x="177742" y="492760"/>
                  </a:lnTo>
                  <a:lnTo>
                    <a:pt x="165581" y="501650"/>
                  </a:lnTo>
                  <a:lnTo>
                    <a:pt x="150703" y="504190"/>
                  </a:lnTo>
                  <a:lnTo>
                    <a:pt x="186252" y="504190"/>
                  </a:lnTo>
                  <a:lnTo>
                    <a:pt x="188122" y="502920"/>
                  </a:lnTo>
                  <a:lnTo>
                    <a:pt x="199478" y="486410"/>
                  </a:lnTo>
                  <a:lnTo>
                    <a:pt x="203644" y="466090"/>
                  </a:lnTo>
                  <a:lnTo>
                    <a:pt x="200140" y="447040"/>
                  </a:lnTo>
                  <a:lnTo>
                    <a:pt x="190499" y="430530"/>
                  </a:lnTo>
                  <a:lnTo>
                    <a:pt x="187284" y="427990"/>
                  </a:lnTo>
                  <a:close/>
                </a:path>
                <a:path w="518795" h="518159">
                  <a:moveTo>
                    <a:pt x="365031" y="350520"/>
                  </a:moveTo>
                  <a:lnTo>
                    <a:pt x="274437" y="350520"/>
                  </a:lnTo>
                  <a:lnTo>
                    <a:pt x="271142" y="354330"/>
                  </a:lnTo>
                  <a:lnTo>
                    <a:pt x="271142" y="444500"/>
                  </a:lnTo>
                  <a:lnTo>
                    <a:pt x="274437" y="448310"/>
                  </a:lnTo>
                  <a:lnTo>
                    <a:pt x="365031" y="448310"/>
                  </a:lnTo>
                  <a:lnTo>
                    <a:pt x="368332" y="444500"/>
                  </a:lnTo>
                  <a:lnTo>
                    <a:pt x="368332" y="433070"/>
                  </a:lnTo>
                  <a:lnTo>
                    <a:pt x="285830" y="433070"/>
                  </a:lnTo>
                  <a:lnTo>
                    <a:pt x="285830" y="365760"/>
                  </a:lnTo>
                  <a:lnTo>
                    <a:pt x="368332" y="365760"/>
                  </a:lnTo>
                  <a:lnTo>
                    <a:pt x="368332" y="354330"/>
                  </a:lnTo>
                  <a:lnTo>
                    <a:pt x="365031" y="350520"/>
                  </a:lnTo>
                  <a:close/>
                </a:path>
                <a:path w="518795" h="518159">
                  <a:moveTo>
                    <a:pt x="368332" y="365760"/>
                  </a:moveTo>
                  <a:lnTo>
                    <a:pt x="353638" y="365760"/>
                  </a:lnTo>
                  <a:lnTo>
                    <a:pt x="353638" y="433070"/>
                  </a:lnTo>
                  <a:lnTo>
                    <a:pt x="368332" y="433070"/>
                  </a:lnTo>
                  <a:lnTo>
                    <a:pt x="368332" y="365760"/>
                  </a:lnTo>
                  <a:close/>
                </a:path>
                <a:path w="518795" h="518159">
                  <a:moveTo>
                    <a:pt x="298561" y="309880"/>
                  </a:moveTo>
                  <a:lnTo>
                    <a:pt x="258528" y="309880"/>
                  </a:lnTo>
                  <a:lnTo>
                    <a:pt x="312381" y="332740"/>
                  </a:lnTo>
                  <a:lnTo>
                    <a:pt x="312381" y="350520"/>
                  </a:lnTo>
                  <a:lnTo>
                    <a:pt x="327069" y="350520"/>
                  </a:lnTo>
                  <a:lnTo>
                    <a:pt x="327069" y="325120"/>
                  </a:lnTo>
                  <a:lnTo>
                    <a:pt x="325329" y="321310"/>
                  </a:lnTo>
                  <a:lnTo>
                    <a:pt x="298561" y="309880"/>
                  </a:lnTo>
                  <a:close/>
                </a:path>
                <a:path w="518795" h="518159">
                  <a:moveTo>
                    <a:pt x="472600" y="132080"/>
                  </a:moveTo>
                  <a:lnTo>
                    <a:pt x="457936" y="132080"/>
                  </a:lnTo>
                  <a:lnTo>
                    <a:pt x="457936" y="233680"/>
                  </a:lnTo>
                  <a:lnTo>
                    <a:pt x="439953" y="240030"/>
                  </a:lnTo>
                  <a:lnTo>
                    <a:pt x="425486" y="251460"/>
                  </a:lnTo>
                  <a:lnTo>
                    <a:pt x="415846" y="267970"/>
                  </a:lnTo>
                  <a:lnTo>
                    <a:pt x="412341" y="287020"/>
                  </a:lnTo>
                  <a:lnTo>
                    <a:pt x="416508" y="307340"/>
                  </a:lnTo>
                  <a:lnTo>
                    <a:pt x="427863" y="323850"/>
                  </a:lnTo>
                  <a:lnTo>
                    <a:pt x="444693" y="335280"/>
                  </a:lnTo>
                  <a:lnTo>
                    <a:pt x="465283" y="339090"/>
                  </a:lnTo>
                  <a:lnTo>
                    <a:pt x="485856" y="335280"/>
                  </a:lnTo>
                  <a:lnTo>
                    <a:pt x="500810" y="325120"/>
                  </a:lnTo>
                  <a:lnTo>
                    <a:pt x="465283" y="325120"/>
                  </a:lnTo>
                  <a:lnTo>
                    <a:pt x="450405" y="321310"/>
                  </a:lnTo>
                  <a:lnTo>
                    <a:pt x="438244" y="313690"/>
                  </a:lnTo>
                  <a:lnTo>
                    <a:pt x="430039" y="300990"/>
                  </a:lnTo>
                  <a:lnTo>
                    <a:pt x="427029" y="287020"/>
                  </a:lnTo>
                  <a:lnTo>
                    <a:pt x="430039" y="271780"/>
                  </a:lnTo>
                  <a:lnTo>
                    <a:pt x="438244" y="259080"/>
                  </a:lnTo>
                  <a:lnTo>
                    <a:pt x="450405" y="251460"/>
                  </a:lnTo>
                  <a:lnTo>
                    <a:pt x="465283" y="248920"/>
                  </a:lnTo>
                  <a:lnTo>
                    <a:pt x="501840" y="248920"/>
                  </a:lnTo>
                  <a:lnTo>
                    <a:pt x="490587" y="240030"/>
                  </a:lnTo>
                  <a:lnTo>
                    <a:pt x="472600" y="233680"/>
                  </a:lnTo>
                  <a:lnTo>
                    <a:pt x="472600" y="132080"/>
                  </a:lnTo>
                  <a:close/>
                </a:path>
                <a:path w="518795" h="518159">
                  <a:moveTo>
                    <a:pt x="501840" y="248920"/>
                  </a:moveTo>
                  <a:lnTo>
                    <a:pt x="465283" y="248920"/>
                  </a:lnTo>
                  <a:lnTo>
                    <a:pt x="480147" y="251460"/>
                  </a:lnTo>
                  <a:lnTo>
                    <a:pt x="492298" y="259080"/>
                  </a:lnTo>
                  <a:lnTo>
                    <a:pt x="500498" y="271780"/>
                  </a:lnTo>
                  <a:lnTo>
                    <a:pt x="503507" y="287020"/>
                  </a:lnTo>
                  <a:lnTo>
                    <a:pt x="500498" y="300990"/>
                  </a:lnTo>
                  <a:lnTo>
                    <a:pt x="492298" y="313690"/>
                  </a:lnTo>
                  <a:lnTo>
                    <a:pt x="480147" y="321310"/>
                  </a:lnTo>
                  <a:lnTo>
                    <a:pt x="465283" y="325120"/>
                  </a:lnTo>
                  <a:lnTo>
                    <a:pt x="500810" y="325120"/>
                  </a:lnTo>
                  <a:lnTo>
                    <a:pt x="502679" y="323850"/>
                  </a:lnTo>
                  <a:lnTo>
                    <a:pt x="514034" y="307340"/>
                  </a:lnTo>
                  <a:lnTo>
                    <a:pt x="518201" y="287020"/>
                  </a:lnTo>
                  <a:lnTo>
                    <a:pt x="514696" y="267970"/>
                  </a:lnTo>
                  <a:lnTo>
                    <a:pt x="505055" y="251460"/>
                  </a:lnTo>
                  <a:lnTo>
                    <a:pt x="501840" y="248920"/>
                  </a:lnTo>
                  <a:close/>
                </a:path>
                <a:path w="518795" h="518159">
                  <a:moveTo>
                    <a:pt x="93894" y="189230"/>
                  </a:moveTo>
                  <a:lnTo>
                    <a:pt x="3301" y="189230"/>
                  </a:lnTo>
                  <a:lnTo>
                    <a:pt x="0" y="193040"/>
                  </a:lnTo>
                  <a:lnTo>
                    <a:pt x="0" y="283210"/>
                  </a:lnTo>
                  <a:lnTo>
                    <a:pt x="3301" y="287020"/>
                  </a:lnTo>
                  <a:lnTo>
                    <a:pt x="93894" y="287020"/>
                  </a:lnTo>
                  <a:lnTo>
                    <a:pt x="97189" y="283210"/>
                  </a:lnTo>
                  <a:lnTo>
                    <a:pt x="97189" y="271780"/>
                  </a:lnTo>
                  <a:lnTo>
                    <a:pt x="14693" y="271780"/>
                  </a:lnTo>
                  <a:lnTo>
                    <a:pt x="14693" y="204470"/>
                  </a:lnTo>
                  <a:lnTo>
                    <a:pt x="97189" y="204470"/>
                  </a:lnTo>
                  <a:lnTo>
                    <a:pt x="97189" y="193040"/>
                  </a:lnTo>
                  <a:lnTo>
                    <a:pt x="93894" y="189230"/>
                  </a:lnTo>
                  <a:close/>
                </a:path>
                <a:path w="518795" h="518159">
                  <a:moveTo>
                    <a:pt x="97189" y="204470"/>
                  </a:moveTo>
                  <a:lnTo>
                    <a:pt x="82501" y="204470"/>
                  </a:lnTo>
                  <a:lnTo>
                    <a:pt x="82501" y="271780"/>
                  </a:lnTo>
                  <a:lnTo>
                    <a:pt x="97189" y="271780"/>
                  </a:lnTo>
                  <a:lnTo>
                    <a:pt x="97189" y="204470"/>
                  </a:lnTo>
                  <a:close/>
                </a:path>
                <a:path w="518795" h="518159">
                  <a:moveTo>
                    <a:pt x="240452" y="214630"/>
                  </a:moveTo>
                  <a:lnTo>
                    <a:pt x="215347" y="214630"/>
                  </a:lnTo>
                  <a:lnTo>
                    <a:pt x="226453" y="219710"/>
                  </a:lnTo>
                  <a:lnTo>
                    <a:pt x="232370" y="224790"/>
                  </a:lnTo>
                  <a:lnTo>
                    <a:pt x="232370" y="242570"/>
                  </a:lnTo>
                  <a:lnTo>
                    <a:pt x="239115" y="248920"/>
                  </a:lnTo>
                  <a:lnTo>
                    <a:pt x="279109" y="248920"/>
                  </a:lnTo>
                  <a:lnTo>
                    <a:pt x="285854" y="242570"/>
                  </a:lnTo>
                  <a:lnTo>
                    <a:pt x="285854" y="234950"/>
                  </a:lnTo>
                  <a:lnTo>
                    <a:pt x="247058" y="234950"/>
                  </a:lnTo>
                  <a:lnTo>
                    <a:pt x="245627" y="224790"/>
                  </a:lnTo>
                  <a:lnTo>
                    <a:pt x="241531" y="215900"/>
                  </a:lnTo>
                  <a:lnTo>
                    <a:pt x="240452" y="214630"/>
                  </a:lnTo>
                  <a:close/>
                </a:path>
                <a:path w="518795" h="518159">
                  <a:moveTo>
                    <a:pt x="301351" y="200660"/>
                  </a:moveTo>
                  <a:lnTo>
                    <a:pt x="271166" y="234950"/>
                  </a:lnTo>
                  <a:lnTo>
                    <a:pt x="285854" y="234950"/>
                  </a:lnTo>
                  <a:lnTo>
                    <a:pt x="285854" y="224790"/>
                  </a:lnTo>
                  <a:lnTo>
                    <a:pt x="291771" y="219710"/>
                  </a:lnTo>
                  <a:lnTo>
                    <a:pt x="302877" y="214630"/>
                  </a:lnTo>
                  <a:lnTo>
                    <a:pt x="345813" y="214630"/>
                  </a:lnTo>
                  <a:lnTo>
                    <a:pt x="349670" y="210820"/>
                  </a:lnTo>
                  <a:lnTo>
                    <a:pt x="327951" y="210820"/>
                  </a:lnTo>
                  <a:lnTo>
                    <a:pt x="319986" y="204470"/>
                  </a:lnTo>
                  <a:lnTo>
                    <a:pt x="310950" y="201930"/>
                  </a:lnTo>
                  <a:lnTo>
                    <a:pt x="301351" y="200660"/>
                  </a:lnTo>
                  <a:close/>
                </a:path>
                <a:path w="518795" h="518159">
                  <a:moveTo>
                    <a:pt x="149350" y="132080"/>
                  </a:moveTo>
                  <a:lnTo>
                    <a:pt x="134662" y="132080"/>
                  </a:lnTo>
                  <a:lnTo>
                    <a:pt x="134662" y="144780"/>
                  </a:lnTo>
                  <a:lnTo>
                    <a:pt x="141413" y="152400"/>
                  </a:lnTo>
                  <a:lnTo>
                    <a:pt x="158824" y="152400"/>
                  </a:lnTo>
                  <a:lnTo>
                    <a:pt x="164532" y="157480"/>
                  </a:lnTo>
                  <a:lnTo>
                    <a:pt x="169126" y="168910"/>
                  </a:lnTo>
                  <a:lnTo>
                    <a:pt x="169230" y="173990"/>
                  </a:lnTo>
                  <a:lnTo>
                    <a:pt x="169281" y="176530"/>
                  </a:lnTo>
                  <a:lnTo>
                    <a:pt x="162822" y="182880"/>
                  </a:lnTo>
                  <a:lnTo>
                    <a:pt x="156983" y="189230"/>
                  </a:lnTo>
                  <a:lnTo>
                    <a:pt x="156983" y="199390"/>
                  </a:lnTo>
                  <a:lnTo>
                    <a:pt x="162822" y="204470"/>
                  </a:lnTo>
                  <a:lnTo>
                    <a:pt x="185268" y="227330"/>
                  </a:lnTo>
                  <a:lnTo>
                    <a:pt x="194796" y="227330"/>
                  </a:lnTo>
                  <a:lnTo>
                    <a:pt x="207118" y="214630"/>
                  </a:lnTo>
                  <a:lnTo>
                    <a:pt x="240452" y="214630"/>
                  </a:lnTo>
                  <a:lnTo>
                    <a:pt x="237217" y="210820"/>
                  </a:lnTo>
                  <a:lnTo>
                    <a:pt x="189916" y="210820"/>
                  </a:lnTo>
                  <a:lnTo>
                    <a:pt x="173071" y="194310"/>
                  </a:lnTo>
                  <a:lnTo>
                    <a:pt x="173226" y="194310"/>
                  </a:lnTo>
                  <a:lnTo>
                    <a:pt x="179171" y="185420"/>
                  </a:lnTo>
                  <a:lnTo>
                    <a:pt x="182417" y="176530"/>
                  </a:lnTo>
                  <a:lnTo>
                    <a:pt x="182737" y="170180"/>
                  </a:lnTo>
                  <a:lnTo>
                    <a:pt x="182801" y="168910"/>
                  </a:lnTo>
                  <a:lnTo>
                    <a:pt x="182865" y="167640"/>
                  </a:lnTo>
                  <a:lnTo>
                    <a:pt x="149690" y="137160"/>
                  </a:lnTo>
                  <a:lnTo>
                    <a:pt x="149350" y="137160"/>
                  </a:lnTo>
                  <a:lnTo>
                    <a:pt x="149350" y="132080"/>
                  </a:lnTo>
                  <a:close/>
                </a:path>
                <a:path w="518795" h="518159">
                  <a:moveTo>
                    <a:pt x="345813" y="214630"/>
                  </a:moveTo>
                  <a:lnTo>
                    <a:pt x="311106" y="214630"/>
                  </a:lnTo>
                  <a:lnTo>
                    <a:pt x="323434" y="227330"/>
                  </a:lnTo>
                  <a:lnTo>
                    <a:pt x="332956" y="227330"/>
                  </a:lnTo>
                  <a:lnTo>
                    <a:pt x="345813" y="214630"/>
                  </a:lnTo>
                  <a:close/>
                </a:path>
                <a:path w="518795" h="518159">
                  <a:moveTo>
                    <a:pt x="217891" y="200660"/>
                  </a:moveTo>
                  <a:lnTo>
                    <a:pt x="205015" y="200660"/>
                  </a:lnTo>
                  <a:lnTo>
                    <a:pt x="196714" y="204470"/>
                  </a:lnTo>
                  <a:lnTo>
                    <a:pt x="190148" y="210820"/>
                  </a:lnTo>
                  <a:lnTo>
                    <a:pt x="237217" y="210820"/>
                  </a:lnTo>
                  <a:lnTo>
                    <a:pt x="235060" y="208280"/>
                  </a:lnTo>
                  <a:lnTo>
                    <a:pt x="226507" y="203200"/>
                  </a:lnTo>
                  <a:lnTo>
                    <a:pt x="222276" y="201930"/>
                  </a:lnTo>
                  <a:lnTo>
                    <a:pt x="217891" y="200660"/>
                  </a:lnTo>
                  <a:close/>
                </a:path>
                <a:path w="518795" h="518159">
                  <a:moveTo>
                    <a:pt x="349670" y="39370"/>
                  </a:moveTo>
                  <a:lnTo>
                    <a:pt x="328314" y="39370"/>
                  </a:lnTo>
                  <a:lnTo>
                    <a:pt x="344998" y="55880"/>
                  </a:lnTo>
                  <a:lnTo>
                    <a:pt x="339056" y="64770"/>
                  </a:lnTo>
                  <a:lnTo>
                    <a:pt x="335810" y="73660"/>
                  </a:lnTo>
                  <a:lnTo>
                    <a:pt x="335490" y="80010"/>
                  </a:lnTo>
                  <a:lnTo>
                    <a:pt x="335426" y="81280"/>
                  </a:lnTo>
                  <a:lnTo>
                    <a:pt x="358681" y="111760"/>
                  </a:lnTo>
                  <a:lnTo>
                    <a:pt x="368511" y="113030"/>
                  </a:lnTo>
                  <a:lnTo>
                    <a:pt x="368874" y="113030"/>
                  </a:lnTo>
                  <a:lnTo>
                    <a:pt x="368874" y="137160"/>
                  </a:lnTo>
                  <a:lnTo>
                    <a:pt x="368511" y="137160"/>
                  </a:lnTo>
                  <a:lnTo>
                    <a:pt x="358681" y="138430"/>
                  </a:lnTo>
                  <a:lnTo>
                    <a:pt x="349997" y="142240"/>
                  </a:lnTo>
                  <a:lnTo>
                    <a:pt x="342895" y="148590"/>
                  </a:lnTo>
                  <a:lnTo>
                    <a:pt x="337812" y="157480"/>
                  </a:lnTo>
                  <a:lnTo>
                    <a:pt x="335362" y="167640"/>
                  </a:lnTo>
                  <a:lnTo>
                    <a:pt x="335810" y="176530"/>
                  </a:lnTo>
                  <a:lnTo>
                    <a:pt x="339056" y="185420"/>
                  </a:lnTo>
                  <a:lnTo>
                    <a:pt x="345129" y="194310"/>
                  </a:lnTo>
                  <a:lnTo>
                    <a:pt x="344998" y="194310"/>
                  </a:lnTo>
                  <a:lnTo>
                    <a:pt x="328314" y="210820"/>
                  </a:lnTo>
                  <a:lnTo>
                    <a:pt x="349670" y="210820"/>
                  </a:lnTo>
                  <a:lnTo>
                    <a:pt x="361241" y="199390"/>
                  </a:lnTo>
                  <a:lnTo>
                    <a:pt x="361241" y="189230"/>
                  </a:lnTo>
                  <a:lnTo>
                    <a:pt x="348919" y="176530"/>
                  </a:lnTo>
                  <a:lnTo>
                    <a:pt x="348971" y="173990"/>
                  </a:lnTo>
                  <a:lnTo>
                    <a:pt x="349074" y="168910"/>
                  </a:lnTo>
                  <a:lnTo>
                    <a:pt x="351386" y="163830"/>
                  </a:lnTo>
                  <a:lnTo>
                    <a:pt x="353668" y="157480"/>
                  </a:lnTo>
                  <a:lnTo>
                    <a:pt x="359376" y="152400"/>
                  </a:lnTo>
                  <a:lnTo>
                    <a:pt x="376817" y="152400"/>
                  </a:lnTo>
                  <a:lnTo>
                    <a:pt x="383562" y="144780"/>
                  </a:lnTo>
                  <a:lnTo>
                    <a:pt x="383562" y="132080"/>
                  </a:lnTo>
                  <a:lnTo>
                    <a:pt x="472600" y="132080"/>
                  </a:lnTo>
                  <a:lnTo>
                    <a:pt x="472600" y="120650"/>
                  </a:lnTo>
                  <a:lnTo>
                    <a:pt x="469329" y="118110"/>
                  </a:lnTo>
                  <a:lnTo>
                    <a:pt x="383562" y="118110"/>
                  </a:lnTo>
                  <a:lnTo>
                    <a:pt x="383562" y="105410"/>
                  </a:lnTo>
                  <a:lnTo>
                    <a:pt x="376817" y="97790"/>
                  </a:lnTo>
                  <a:lnTo>
                    <a:pt x="359376" y="97790"/>
                  </a:lnTo>
                  <a:lnTo>
                    <a:pt x="353668" y="92710"/>
                  </a:lnTo>
                  <a:lnTo>
                    <a:pt x="351386" y="86360"/>
                  </a:lnTo>
                  <a:lnTo>
                    <a:pt x="349074" y="81280"/>
                  </a:lnTo>
                  <a:lnTo>
                    <a:pt x="348971" y="76200"/>
                  </a:lnTo>
                  <a:lnTo>
                    <a:pt x="348919" y="73660"/>
                  </a:lnTo>
                  <a:lnTo>
                    <a:pt x="361241" y="60960"/>
                  </a:lnTo>
                  <a:lnTo>
                    <a:pt x="361241" y="50800"/>
                  </a:lnTo>
                  <a:lnTo>
                    <a:pt x="349670" y="39370"/>
                  </a:lnTo>
                  <a:close/>
                </a:path>
                <a:path w="518795" h="518159">
                  <a:moveTo>
                    <a:pt x="194796" y="22860"/>
                  </a:moveTo>
                  <a:lnTo>
                    <a:pt x="185244" y="22860"/>
                  </a:lnTo>
                  <a:lnTo>
                    <a:pt x="179405" y="29210"/>
                  </a:lnTo>
                  <a:lnTo>
                    <a:pt x="162822" y="45720"/>
                  </a:lnTo>
                  <a:lnTo>
                    <a:pt x="156983" y="50800"/>
                  </a:lnTo>
                  <a:lnTo>
                    <a:pt x="156983" y="60960"/>
                  </a:lnTo>
                  <a:lnTo>
                    <a:pt x="169281" y="73660"/>
                  </a:lnTo>
                  <a:lnTo>
                    <a:pt x="169230" y="76200"/>
                  </a:lnTo>
                  <a:lnTo>
                    <a:pt x="169126" y="81280"/>
                  </a:lnTo>
                  <a:lnTo>
                    <a:pt x="164532" y="92710"/>
                  </a:lnTo>
                  <a:lnTo>
                    <a:pt x="158824" y="97790"/>
                  </a:lnTo>
                  <a:lnTo>
                    <a:pt x="141413" y="97790"/>
                  </a:lnTo>
                  <a:lnTo>
                    <a:pt x="134662" y="105410"/>
                  </a:lnTo>
                  <a:lnTo>
                    <a:pt x="134662" y="118110"/>
                  </a:lnTo>
                  <a:lnTo>
                    <a:pt x="44534" y="118110"/>
                  </a:lnTo>
                  <a:lnTo>
                    <a:pt x="41268" y="120650"/>
                  </a:lnTo>
                  <a:lnTo>
                    <a:pt x="41268" y="189230"/>
                  </a:lnTo>
                  <a:lnTo>
                    <a:pt x="55926" y="189230"/>
                  </a:lnTo>
                  <a:lnTo>
                    <a:pt x="55926" y="132080"/>
                  </a:lnTo>
                  <a:lnTo>
                    <a:pt x="149350" y="132080"/>
                  </a:lnTo>
                  <a:lnTo>
                    <a:pt x="149350" y="113030"/>
                  </a:lnTo>
                  <a:lnTo>
                    <a:pt x="149690" y="113030"/>
                  </a:lnTo>
                  <a:lnTo>
                    <a:pt x="159532" y="111760"/>
                  </a:lnTo>
                  <a:lnTo>
                    <a:pt x="168218" y="107950"/>
                  </a:lnTo>
                  <a:lnTo>
                    <a:pt x="175322" y="101600"/>
                  </a:lnTo>
                  <a:lnTo>
                    <a:pt x="180418" y="92710"/>
                  </a:lnTo>
                  <a:lnTo>
                    <a:pt x="182865" y="82550"/>
                  </a:lnTo>
                  <a:lnTo>
                    <a:pt x="182417" y="73660"/>
                  </a:lnTo>
                  <a:lnTo>
                    <a:pt x="179171" y="64770"/>
                  </a:lnTo>
                  <a:lnTo>
                    <a:pt x="173226" y="55880"/>
                  </a:lnTo>
                  <a:lnTo>
                    <a:pt x="173071" y="55880"/>
                  </a:lnTo>
                  <a:lnTo>
                    <a:pt x="189916" y="39370"/>
                  </a:lnTo>
                  <a:lnTo>
                    <a:pt x="236354" y="39370"/>
                  </a:lnTo>
                  <a:lnTo>
                    <a:pt x="240236" y="35560"/>
                  </a:lnTo>
                  <a:lnTo>
                    <a:pt x="207118" y="35560"/>
                  </a:lnTo>
                  <a:lnTo>
                    <a:pt x="194796" y="22860"/>
                  </a:lnTo>
                  <a:close/>
                </a:path>
                <a:path w="518795" h="518159">
                  <a:moveTo>
                    <a:pt x="259100" y="60960"/>
                  </a:moveTo>
                  <a:lnTo>
                    <a:pt x="234371" y="66040"/>
                  </a:lnTo>
                  <a:lnTo>
                    <a:pt x="214149" y="80010"/>
                  </a:lnTo>
                  <a:lnTo>
                    <a:pt x="200501" y="100330"/>
                  </a:lnTo>
                  <a:lnTo>
                    <a:pt x="195493" y="124460"/>
                  </a:lnTo>
                  <a:lnTo>
                    <a:pt x="200501" y="149860"/>
                  </a:lnTo>
                  <a:lnTo>
                    <a:pt x="214149" y="170180"/>
                  </a:lnTo>
                  <a:lnTo>
                    <a:pt x="234371" y="184150"/>
                  </a:lnTo>
                  <a:lnTo>
                    <a:pt x="259100" y="189230"/>
                  </a:lnTo>
                  <a:lnTo>
                    <a:pt x="283840" y="184150"/>
                  </a:lnTo>
                  <a:lnTo>
                    <a:pt x="298545" y="173990"/>
                  </a:lnTo>
                  <a:lnTo>
                    <a:pt x="259100" y="173990"/>
                  </a:lnTo>
                  <a:lnTo>
                    <a:pt x="240082" y="170180"/>
                  </a:lnTo>
                  <a:lnTo>
                    <a:pt x="224529" y="160020"/>
                  </a:lnTo>
                  <a:lnTo>
                    <a:pt x="214033" y="143510"/>
                  </a:lnTo>
                  <a:lnTo>
                    <a:pt x="210181" y="124460"/>
                  </a:lnTo>
                  <a:lnTo>
                    <a:pt x="214033" y="105410"/>
                  </a:lnTo>
                  <a:lnTo>
                    <a:pt x="224529" y="90170"/>
                  </a:lnTo>
                  <a:lnTo>
                    <a:pt x="240082" y="80010"/>
                  </a:lnTo>
                  <a:lnTo>
                    <a:pt x="259100" y="76200"/>
                  </a:lnTo>
                  <a:lnTo>
                    <a:pt x="298545" y="76200"/>
                  </a:lnTo>
                  <a:lnTo>
                    <a:pt x="283840" y="66040"/>
                  </a:lnTo>
                  <a:lnTo>
                    <a:pt x="259100" y="60960"/>
                  </a:lnTo>
                  <a:close/>
                </a:path>
                <a:path w="518795" h="518159">
                  <a:moveTo>
                    <a:pt x="298545" y="76200"/>
                  </a:moveTo>
                  <a:lnTo>
                    <a:pt x="259100" y="76200"/>
                  </a:lnTo>
                  <a:lnTo>
                    <a:pt x="278135" y="80010"/>
                  </a:lnTo>
                  <a:lnTo>
                    <a:pt x="293694" y="90170"/>
                  </a:lnTo>
                  <a:lnTo>
                    <a:pt x="304192" y="105410"/>
                  </a:lnTo>
                  <a:lnTo>
                    <a:pt x="308043" y="124460"/>
                  </a:lnTo>
                  <a:lnTo>
                    <a:pt x="304192" y="143510"/>
                  </a:lnTo>
                  <a:lnTo>
                    <a:pt x="293694" y="160020"/>
                  </a:lnTo>
                  <a:lnTo>
                    <a:pt x="278135" y="170180"/>
                  </a:lnTo>
                  <a:lnTo>
                    <a:pt x="259100" y="173990"/>
                  </a:lnTo>
                  <a:lnTo>
                    <a:pt x="298545" y="173990"/>
                  </a:lnTo>
                  <a:lnTo>
                    <a:pt x="304060" y="170180"/>
                  </a:lnTo>
                  <a:lnTo>
                    <a:pt x="317702" y="149860"/>
                  </a:lnTo>
                  <a:lnTo>
                    <a:pt x="322707" y="124460"/>
                  </a:lnTo>
                  <a:lnTo>
                    <a:pt x="317702" y="100330"/>
                  </a:lnTo>
                  <a:lnTo>
                    <a:pt x="304060" y="80010"/>
                  </a:lnTo>
                  <a:lnTo>
                    <a:pt x="298545" y="76200"/>
                  </a:lnTo>
                  <a:close/>
                </a:path>
                <a:path w="518795" h="518159">
                  <a:moveTo>
                    <a:pt x="236354" y="39370"/>
                  </a:moveTo>
                  <a:lnTo>
                    <a:pt x="190279" y="39370"/>
                  </a:lnTo>
                  <a:lnTo>
                    <a:pt x="198241" y="45720"/>
                  </a:lnTo>
                  <a:lnTo>
                    <a:pt x="207271" y="48260"/>
                  </a:lnTo>
                  <a:lnTo>
                    <a:pt x="216863" y="48260"/>
                  </a:lnTo>
                  <a:lnTo>
                    <a:pt x="226507" y="45720"/>
                  </a:lnTo>
                  <a:lnTo>
                    <a:pt x="235060" y="40640"/>
                  </a:lnTo>
                  <a:lnTo>
                    <a:pt x="236354" y="39370"/>
                  </a:lnTo>
                  <a:close/>
                </a:path>
                <a:path w="518795" h="518159">
                  <a:moveTo>
                    <a:pt x="285854" y="15240"/>
                  </a:moveTo>
                  <a:lnTo>
                    <a:pt x="271166" y="15240"/>
                  </a:lnTo>
                  <a:lnTo>
                    <a:pt x="272593" y="25400"/>
                  </a:lnTo>
                  <a:lnTo>
                    <a:pt x="276685" y="34290"/>
                  </a:lnTo>
                  <a:lnTo>
                    <a:pt x="283157" y="40640"/>
                  </a:lnTo>
                  <a:lnTo>
                    <a:pt x="291723" y="45720"/>
                  </a:lnTo>
                  <a:lnTo>
                    <a:pt x="301364" y="48260"/>
                  </a:lnTo>
                  <a:lnTo>
                    <a:pt x="310954" y="48260"/>
                  </a:lnTo>
                  <a:lnTo>
                    <a:pt x="319986" y="45720"/>
                  </a:lnTo>
                  <a:lnTo>
                    <a:pt x="327951" y="39370"/>
                  </a:lnTo>
                  <a:lnTo>
                    <a:pt x="349670" y="39370"/>
                  </a:lnTo>
                  <a:lnTo>
                    <a:pt x="345813" y="35560"/>
                  </a:lnTo>
                  <a:lnTo>
                    <a:pt x="302877" y="35560"/>
                  </a:lnTo>
                  <a:lnTo>
                    <a:pt x="291771" y="30480"/>
                  </a:lnTo>
                  <a:lnTo>
                    <a:pt x="285854" y="24130"/>
                  </a:lnTo>
                  <a:lnTo>
                    <a:pt x="285854" y="15240"/>
                  </a:lnTo>
                  <a:close/>
                </a:path>
                <a:path w="518795" h="518159">
                  <a:moveTo>
                    <a:pt x="279109" y="0"/>
                  </a:moveTo>
                  <a:lnTo>
                    <a:pt x="239115" y="0"/>
                  </a:lnTo>
                  <a:lnTo>
                    <a:pt x="232370" y="7620"/>
                  </a:lnTo>
                  <a:lnTo>
                    <a:pt x="232370" y="24130"/>
                  </a:lnTo>
                  <a:lnTo>
                    <a:pt x="226429" y="30480"/>
                  </a:lnTo>
                  <a:lnTo>
                    <a:pt x="215347" y="35560"/>
                  </a:lnTo>
                  <a:lnTo>
                    <a:pt x="240236" y="35560"/>
                  </a:lnTo>
                  <a:lnTo>
                    <a:pt x="241531" y="34290"/>
                  </a:lnTo>
                  <a:lnTo>
                    <a:pt x="245627" y="25400"/>
                  </a:lnTo>
                  <a:lnTo>
                    <a:pt x="247058" y="15240"/>
                  </a:lnTo>
                  <a:lnTo>
                    <a:pt x="285854" y="15240"/>
                  </a:lnTo>
                  <a:lnTo>
                    <a:pt x="285854" y="7620"/>
                  </a:lnTo>
                  <a:lnTo>
                    <a:pt x="279109" y="0"/>
                  </a:lnTo>
                  <a:close/>
                </a:path>
                <a:path w="518795" h="518159">
                  <a:moveTo>
                    <a:pt x="332956" y="22860"/>
                  </a:moveTo>
                  <a:lnTo>
                    <a:pt x="323434" y="22860"/>
                  </a:lnTo>
                  <a:lnTo>
                    <a:pt x="311106" y="35560"/>
                  </a:lnTo>
                  <a:lnTo>
                    <a:pt x="345813" y="35560"/>
                  </a:lnTo>
                  <a:lnTo>
                    <a:pt x="332956" y="228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776103" y="8874076"/>
              <a:ext cx="518272" cy="502920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10561079" y="8639466"/>
              <a:ext cx="177165" cy="38100"/>
            </a:xfrm>
            <a:custGeom>
              <a:avLst/>
              <a:gdLst/>
              <a:ahLst/>
              <a:cxnLst/>
              <a:rect l="l" t="t" r="r" b="b"/>
              <a:pathLst>
                <a:path w="177165" h="38100">
                  <a:moveTo>
                    <a:pt x="28600" y="33248"/>
                  </a:moveTo>
                  <a:lnTo>
                    <a:pt x="22885" y="32131"/>
                  </a:lnTo>
                  <a:lnTo>
                    <a:pt x="15709" y="32105"/>
                  </a:lnTo>
                  <a:lnTo>
                    <a:pt x="6705" y="33413"/>
                  </a:lnTo>
                  <a:lnTo>
                    <a:pt x="76" y="35217"/>
                  </a:lnTo>
                  <a:lnTo>
                    <a:pt x="0" y="36677"/>
                  </a:lnTo>
                  <a:lnTo>
                    <a:pt x="6210" y="38074"/>
                  </a:lnTo>
                  <a:lnTo>
                    <a:pt x="8483" y="37782"/>
                  </a:lnTo>
                  <a:lnTo>
                    <a:pt x="6515" y="34594"/>
                  </a:lnTo>
                  <a:lnTo>
                    <a:pt x="8255" y="34340"/>
                  </a:lnTo>
                  <a:lnTo>
                    <a:pt x="15036" y="35687"/>
                  </a:lnTo>
                  <a:lnTo>
                    <a:pt x="20091" y="35521"/>
                  </a:lnTo>
                  <a:lnTo>
                    <a:pt x="28600" y="33248"/>
                  </a:lnTo>
                  <a:close/>
                </a:path>
                <a:path w="177165" h="38100">
                  <a:moveTo>
                    <a:pt x="52552" y="28257"/>
                  </a:moveTo>
                  <a:lnTo>
                    <a:pt x="51282" y="27000"/>
                  </a:lnTo>
                  <a:lnTo>
                    <a:pt x="49644" y="26911"/>
                  </a:lnTo>
                  <a:lnTo>
                    <a:pt x="48272" y="27457"/>
                  </a:lnTo>
                  <a:lnTo>
                    <a:pt x="46748" y="28079"/>
                  </a:lnTo>
                  <a:lnTo>
                    <a:pt x="47205" y="28549"/>
                  </a:lnTo>
                  <a:lnTo>
                    <a:pt x="51435" y="28702"/>
                  </a:lnTo>
                  <a:lnTo>
                    <a:pt x="52552" y="28257"/>
                  </a:lnTo>
                  <a:close/>
                </a:path>
                <a:path w="177165" h="38100">
                  <a:moveTo>
                    <a:pt x="59956" y="26593"/>
                  </a:moveTo>
                  <a:lnTo>
                    <a:pt x="59613" y="26009"/>
                  </a:lnTo>
                  <a:lnTo>
                    <a:pt x="57200" y="24968"/>
                  </a:lnTo>
                  <a:lnTo>
                    <a:pt x="55092" y="24066"/>
                  </a:lnTo>
                  <a:lnTo>
                    <a:pt x="52108" y="23329"/>
                  </a:lnTo>
                  <a:lnTo>
                    <a:pt x="48717" y="23329"/>
                  </a:lnTo>
                  <a:lnTo>
                    <a:pt x="49085" y="23926"/>
                  </a:lnTo>
                  <a:lnTo>
                    <a:pt x="53594" y="25869"/>
                  </a:lnTo>
                  <a:lnTo>
                    <a:pt x="56578" y="26593"/>
                  </a:lnTo>
                  <a:lnTo>
                    <a:pt x="59956" y="26593"/>
                  </a:lnTo>
                  <a:close/>
                </a:path>
                <a:path w="177165" h="38100">
                  <a:moveTo>
                    <a:pt x="69481" y="24244"/>
                  </a:moveTo>
                  <a:lnTo>
                    <a:pt x="68173" y="23698"/>
                  </a:lnTo>
                  <a:lnTo>
                    <a:pt x="66852" y="23177"/>
                  </a:lnTo>
                  <a:lnTo>
                    <a:pt x="64693" y="23177"/>
                  </a:lnTo>
                  <a:lnTo>
                    <a:pt x="62077" y="24244"/>
                  </a:lnTo>
                  <a:lnTo>
                    <a:pt x="63169" y="24650"/>
                  </a:lnTo>
                  <a:lnTo>
                    <a:pt x="68414" y="24650"/>
                  </a:lnTo>
                  <a:lnTo>
                    <a:pt x="69481" y="24244"/>
                  </a:lnTo>
                  <a:close/>
                </a:path>
                <a:path w="177165" h="38100">
                  <a:moveTo>
                    <a:pt x="86868" y="20637"/>
                  </a:moveTo>
                  <a:lnTo>
                    <a:pt x="86245" y="20015"/>
                  </a:lnTo>
                  <a:lnTo>
                    <a:pt x="85623" y="19354"/>
                  </a:lnTo>
                  <a:lnTo>
                    <a:pt x="83959" y="19316"/>
                  </a:lnTo>
                  <a:lnTo>
                    <a:pt x="82575" y="19850"/>
                  </a:lnTo>
                  <a:lnTo>
                    <a:pt x="81076" y="20485"/>
                  </a:lnTo>
                  <a:lnTo>
                    <a:pt x="81508" y="20916"/>
                  </a:lnTo>
                  <a:lnTo>
                    <a:pt x="83743" y="21018"/>
                  </a:lnTo>
                  <a:lnTo>
                    <a:pt x="85750" y="21094"/>
                  </a:lnTo>
                  <a:lnTo>
                    <a:pt x="86868" y="20637"/>
                  </a:lnTo>
                  <a:close/>
                </a:path>
                <a:path w="177165" h="38100">
                  <a:moveTo>
                    <a:pt x="96989" y="18580"/>
                  </a:moveTo>
                  <a:lnTo>
                    <a:pt x="93319" y="17157"/>
                  </a:lnTo>
                  <a:lnTo>
                    <a:pt x="86969" y="14668"/>
                  </a:lnTo>
                  <a:lnTo>
                    <a:pt x="84328" y="15024"/>
                  </a:lnTo>
                  <a:lnTo>
                    <a:pt x="88417" y="19418"/>
                  </a:lnTo>
                  <a:lnTo>
                    <a:pt x="91198" y="20142"/>
                  </a:lnTo>
                  <a:lnTo>
                    <a:pt x="96989" y="18605"/>
                  </a:lnTo>
                  <a:close/>
                </a:path>
                <a:path w="177165" h="38100">
                  <a:moveTo>
                    <a:pt x="105702" y="16611"/>
                  </a:moveTo>
                  <a:lnTo>
                    <a:pt x="104406" y="16065"/>
                  </a:lnTo>
                  <a:lnTo>
                    <a:pt x="103085" y="15544"/>
                  </a:lnTo>
                  <a:lnTo>
                    <a:pt x="100926" y="15544"/>
                  </a:lnTo>
                  <a:lnTo>
                    <a:pt x="98310" y="16611"/>
                  </a:lnTo>
                  <a:lnTo>
                    <a:pt x="99390" y="17030"/>
                  </a:lnTo>
                  <a:lnTo>
                    <a:pt x="104635" y="17030"/>
                  </a:lnTo>
                  <a:lnTo>
                    <a:pt x="105702" y="16611"/>
                  </a:lnTo>
                  <a:close/>
                </a:path>
                <a:path w="177165" h="38100">
                  <a:moveTo>
                    <a:pt x="117538" y="22136"/>
                  </a:moveTo>
                  <a:lnTo>
                    <a:pt x="113690" y="21539"/>
                  </a:lnTo>
                  <a:lnTo>
                    <a:pt x="111226" y="21158"/>
                  </a:lnTo>
                  <a:lnTo>
                    <a:pt x="108407" y="21615"/>
                  </a:lnTo>
                  <a:lnTo>
                    <a:pt x="107442" y="22580"/>
                  </a:lnTo>
                  <a:lnTo>
                    <a:pt x="106400" y="23647"/>
                  </a:lnTo>
                  <a:lnTo>
                    <a:pt x="108165" y="23901"/>
                  </a:lnTo>
                  <a:lnTo>
                    <a:pt x="117259" y="22402"/>
                  </a:lnTo>
                  <a:lnTo>
                    <a:pt x="117538" y="22136"/>
                  </a:lnTo>
                  <a:close/>
                </a:path>
                <a:path w="177165" h="38100">
                  <a:moveTo>
                    <a:pt x="144106" y="17729"/>
                  </a:moveTo>
                  <a:lnTo>
                    <a:pt x="141097" y="17729"/>
                  </a:lnTo>
                  <a:lnTo>
                    <a:pt x="139001" y="17729"/>
                  </a:lnTo>
                  <a:lnTo>
                    <a:pt x="135128" y="18402"/>
                  </a:lnTo>
                  <a:lnTo>
                    <a:pt x="128752" y="20447"/>
                  </a:lnTo>
                  <a:lnTo>
                    <a:pt x="128536" y="20764"/>
                  </a:lnTo>
                  <a:lnTo>
                    <a:pt x="133654" y="20764"/>
                  </a:lnTo>
                  <a:lnTo>
                    <a:pt x="137515" y="20091"/>
                  </a:lnTo>
                  <a:lnTo>
                    <a:pt x="143929" y="18034"/>
                  </a:lnTo>
                  <a:lnTo>
                    <a:pt x="144106" y="17729"/>
                  </a:lnTo>
                  <a:close/>
                </a:path>
                <a:path w="177165" h="38100">
                  <a:moveTo>
                    <a:pt x="153377" y="16611"/>
                  </a:moveTo>
                  <a:lnTo>
                    <a:pt x="152057" y="16065"/>
                  </a:lnTo>
                  <a:lnTo>
                    <a:pt x="150749" y="15544"/>
                  </a:lnTo>
                  <a:lnTo>
                    <a:pt x="148602" y="15544"/>
                  </a:lnTo>
                  <a:lnTo>
                    <a:pt x="145986" y="16611"/>
                  </a:lnTo>
                  <a:lnTo>
                    <a:pt x="147066" y="17030"/>
                  </a:lnTo>
                  <a:lnTo>
                    <a:pt x="152311" y="17030"/>
                  </a:lnTo>
                  <a:lnTo>
                    <a:pt x="153377" y="16611"/>
                  </a:lnTo>
                  <a:close/>
                </a:path>
                <a:path w="177165" h="38100">
                  <a:moveTo>
                    <a:pt x="162902" y="14693"/>
                  </a:moveTo>
                  <a:lnTo>
                    <a:pt x="161607" y="14173"/>
                  </a:lnTo>
                  <a:lnTo>
                    <a:pt x="160286" y="13627"/>
                  </a:lnTo>
                  <a:lnTo>
                    <a:pt x="158153" y="13627"/>
                  </a:lnTo>
                  <a:lnTo>
                    <a:pt x="156832" y="14173"/>
                  </a:lnTo>
                  <a:lnTo>
                    <a:pt x="155536" y="14693"/>
                  </a:lnTo>
                  <a:lnTo>
                    <a:pt x="156591" y="15125"/>
                  </a:lnTo>
                  <a:lnTo>
                    <a:pt x="161836" y="15125"/>
                  </a:lnTo>
                  <a:lnTo>
                    <a:pt x="162902" y="14693"/>
                  </a:lnTo>
                  <a:close/>
                </a:path>
                <a:path w="177165" h="38100">
                  <a:moveTo>
                    <a:pt x="176682" y="5943"/>
                  </a:moveTo>
                  <a:lnTo>
                    <a:pt x="172974" y="2908"/>
                  </a:lnTo>
                  <a:lnTo>
                    <a:pt x="160439" y="0"/>
                  </a:lnTo>
                  <a:lnTo>
                    <a:pt x="163995" y="2857"/>
                  </a:lnTo>
                  <a:lnTo>
                    <a:pt x="166065" y="4495"/>
                  </a:lnTo>
                  <a:lnTo>
                    <a:pt x="169468" y="5842"/>
                  </a:lnTo>
                  <a:lnTo>
                    <a:pt x="171513" y="5842"/>
                  </a:lnTo>
                  <a:lnTo>
                    <a:pt x="176682" y="59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0301628" y="8404552"/>
              <a:ext cx="826769" cy="365760"/>
            </a:xfrm>
            <a:custGeom>
              <a:avLst/>
              <a:gdLst/>
              <a:ahLst/>
              <a:cxnLst/>
              <a:rect l="l" t="t" r="r" b="b"/>
              <a:pathLst>
                <a:path w="826770" h="365759">
                  <a:moveTo>
                    <a:pt x="778058" y="210820"/>
                  </a:moveTo>
                  <a:lnTo>
                    <a:pt x="563843" y="210820"/>
                  </a:lnTo>
                  <a:lnTo>
                    <a:pt x="565476" y="212090"/>
                  </a:lnTo>
                  <a:lnTo>
                    <a:pt x="565476" y="213360"/>
                  </a:lnTo>
                  <a:lnTo>
                    <a:pt x="559821" y="214630"/>
                  </a:lnTo>
                  <a:lnTo>
                    <a:pt x="645981" y="214630"/>
                  </a:lnTo>
                  <a:lnTo>
                    <a:pt x="646304" y="215900"/>
                  </a:lnTo>
                  <a:lnTo>
                    <a:pt x="643310" y="219710"/>
                  </a:lnTo>
                  <a:lnTo>
                    <a:pt x="636838" y="227330"/>
                  </a:lnTo>
                  <a:lnTo>
                    <a:pt x="614439" y="248920"/>
                  </a:lnTo>
                  <a:lnTo>
                    <a:pt x="606552" y="257810"/>
                  </a:lnTo>
                  <a:lnTo>
                    <a:pt x="601323" y="265430"/>
                  </a:lnTo>
                  <a:lnTo>
                    <a:pt x="597008" y="274320"/>
                  </a:lnTo>
                  <a:lnTo>
                    <a:pt x="592260" y="287020"/>
                  </a:lnTo>
                  <a:lnTo>
                    <a:pt x="590625" y="297180"/>
                  </a:lnTo>
                  <a:lnTo>
                    <a:pt x="590717" y="302260"/>
                  </a:lnTo>
                  <a:lnTo>
                    <a:pt x="590815" y="303530"/>
                  </a:lnTo>
                  <a:lnTo>
                    <a:pt x="590914" y="304800"/>
                  </a:lnTo>
                  <a:lnTo>
                    <a:pt x="591013" y="306070"/>
                  </a:lnTo>
                  <a:lnTo>
                    <a:pt x="591112" y="307340"/>
                  </a:lnTo>
                  <a:lnTo>
                    <a:pt x="591211" y="308610"/>
                  </a:lnTo>
                  <a:lnTo>
                    <a:pt x="591310" y="309880"/>
                  </a:lnTo>
                  <a:lnTo>
                    <a:pt x="591408" y="311150"/>
                  </a:lnTo>
                  <a:lnTo>
                    <a:pt x="602012" y="347980"/>
                  </a:lnTo>
                  <a:lnTo>
                    <a:pt x="610480" y="360680"/>
                  </a:lnTo>
                  <a:lnTo>
                    <a:pt x="614163" y="365760"/>
                  </a:lnTo>
                  <a:lnTo>
                    <a:pt x="618757" y="365760"/>
                  </a:lnTo>
                  <a:lnTo>
                    <a:pt x="621843" y="363220"/>
                  </a:lnTo>
                  <a:lnTo>
                    <a:pt x="622832" y="363220"/>
                  </a:lnTo>
                  <a:lnTo>
                    <a:pt x="627087" y="360680"/>
                  </a:lnTo>
                  <a:lnTo>
                    <a:pt x="631264" y="359410"/>
                  </a:lnTo>
                  <a:lnTo>
                    <a:pt x="638897" y="356870"/>
                  </a:lnTo>
                  <a:lnTo>
                    <a:pt x="627945" y="353060"/>
                  </a:lnTo>
                  <a:lnTo>
                    <a:pt x="627891" y="351790"/>
                  </a:lnTo>
                  <a:lnTo>
                    <a:pt x="631913" y="350520"/>
                  </a:lnTo>
                  <a:lnTo>
                    <a:pt x="634273" y="350520"/>
                  </a:lnTo>
                  <a:lnTo>
                    <a:pt x="635548" y="349250"/>
                  </a:lnTo>
                  <a:lnTo>
                    <a:pt x="634791" y="347980"/>
                  </a:lnTo>
                  <a:lnTo>
                    <a:pt x="633987" y="346710"/>
                  </a:lnTo>
                  <a:lnTo>
                    <a:pt x="634612" y="345440"/>
                  </a:lnTo>
                  <a:lnTo>
                    <a:pt x="639430" y="345440"/>
                  </a:lnTo>
                  <a:lnTo>
                    <a:pt x="639084" y="340360"/>
                  </a:lnTo>
                  <a:lnTo>
                    <a:pt x="638348" y="328930"/>
                  </a:lnTo>
                  <a:lnTo>
                    <a:pt x="655116" y="313690"/>
                  </a:lnTo>
                  <a:lnTo>
                    <a:pt x="669461" y="299720"/>
                  </a:lnTo>
                  <a:lnTo>
                    <a:pt x="681870" y="289560"/>
                  </a:lnTo>
                  <a:lnTo>
                    <a:pt x="695214" y="278130"/>
                  </a:lnTo>
                  <a:lnTo>
                    <a:pt x="721255" y="256540"/>
                  </a:lnTo>
                  <a:lnTo>
                    <a:pt x="729211" y="250190"/>
                  </a:lnTo>
                  <a:lnTo>
                    <a:pt x="735367" y="245110"/>
                  </a:lnTo>
                  <a:lnTo>
                    <a:pt x="738857" y="242570"/>
                  </a:lnTo>
                  <a:lnTo>
                    <a:pt x="741348" y="240030"/>
                  </a:lnTo>
                  <a:lnTo>
                    <a:pt x="744255" y="238760"/>
                  </a:lnTo>
                  <a:lnTo>
                    <a:pt x="746668" y="238760"/>
                  </a:lnTo>
                  <a:lnTo>
                    <a:pt x="745322" y="237490"/>
                  </a:lnTo>
                  <a:lnTo>
                    <a:pt x="746668" y="234950"/>
                  </a:lnTo>
                  <a:lnTo>
                    <a:pt x="751394" y="231140"/>
                  </a:lnTo>
                  <a:lnTo>
                    <a:pt x="755153" y="228600"/>
                  </a:lnTo>
                  <a:lnTo>
                    <a:pt x="757441" y="227330"/>
                  </a:lnTo>
                  <a:lnTo>
                    <a:pt x="772846" y="214630"/>
                  </a:lnTo>
                  <a:lnTo>
                    <a:pt x="778058" y="210820"/>
                  </a:lnTo>
                  <a:close/>
                </a:path>
                <a:path w="826770" h="365759">
                  <a:moveTo>
                    <a:pt x="14431" y="312420"/>
                  </a:moveTo>
                  <a:lnTo>
                    <a:pt x="11887" y="312420"/>
                  </a:lnTo>
                  <a:lnTo>
                    <a:pt x="10332" y="313690"/>
                  </a:lnTo>
                  <a:lnTo>
                    <a:pt x="2597" y="321310"/>
                  </a:lnTo>
                  <a:lnTo>
                    <a:pt x="9110" y="321310"/>
                  </a:lnTo>
                  <a:lnTo>
                    <a:pt x="4361" y="325120"/>
                  </a:lnTo>
                  <a:lnTo>
                    <a:pt x="3634" y="326390"/>
                  </a:lnTo>
                  <a:lnTo>
                    <a:pt x="2049" y="337820"/>
                  </a:lnTo>
                  <a:lnTo>
                    <a:pt x="1298" y="340360"/>
                  </a:lnTo>
                  <a:lnTo>
                    <a:pt x="0" y="342900"/>
                  </a:lnTo>
                  <a:lnTo>
                    <a:pt x="101" y="346710"/>
                  </a:lnTo>
                  <a:lnTo>
                    <a:pt x="1996" y="355600"/>
                  </a:lnTo>
                  <a:lnTo>
                    <a:pt x="3038" y="356870"/>
                  </a:lnTo>
                  <a:lnTo>
                    <a:pt x="12715" y="358140"/>
                  </a:lnTo>
                  <a:lnTo>
                    <a:pt x="14401" y="356870"/>
                  </a:lnTo>
                  <a:lnTo>
                    <a:pt x="15962" y="351790"/>
                  </a:lnTo>
                  <a:lnTo>
                    <a:pt x="17959" y="349250"/>
                  </a:lnTo>
                  <a:lnTo>
                    <a:pt x="19746" y="349250"/>
                  </a:lnTo>
                  <a:lnTo>
                    <a:pt x="52032" y="337820"/>
                  </a:lnTo>
                  <a:lnTo>
                    <a:pt x="86706" y="325120"/>
                  </a:lnTo>
                  <a:lnTo>
                    <a:pt x="13186" y="325120"/>
                  </a:lnTo>
                  <a:lnTo>
                    <a:pt x="12506" y="323850"/>
                  </a:lnTo>
                  <a:lnTo>
                    <a:pt x="11416" y="321310"/>
                  </a:lnTo>
                  <a:lnTo>
                    <a:pt x="12119" y="320040"/>
                  </a:lnTo>
                  <a:lnTo>
                    <a:pt x="102737" y="320040"/>
                  </a:lnTo>
                  <a:lnTo>
                    <a:pt x="119490" y="314960"/>
                  </a:lnTo>
                  <a:lnTo>
                    <a:pt x="36776" y="314960"/>
                  </a:lnTo>
                  <a:lnTo>
                    <a:pt x="34696" y="313690"/>
                  </a:lnTo>
                  <a:lnTo>
                    <a:pt x="14431" y="313690"/>
                  </a:lnTo>
                  <a:lnTo>
                    <a:pt x="14431" y="312420"/>
                  </a:lnTo>
                  <a:close/>
                </a:path>
                <a:path w="826770" h="365759">
                  <a:moveTo>
                    <a:pt x="639430" y="345440"/>
                  </a:moveTo>
                  <a:lnTo>
                    <a:pt x="634612" y="345440"/>
                  </a:lnTo>
                  <a:lnTo>
                    <a:pt x="636561" y="346710"/>
                  </a:lnTo>
                  <a:lnTo>
                    <a:pt x="639153" y="347980"/>
                  </a:lnTo>
                  <a:lnTo>
                    <a:pt x="639516" y="346710"/>
                  </a:lnTo>
                  <a:lnTo>
                    <a:pt x="639430" y="345440"/>
                  </a:lnTo>
                  <a:close/>
                </a:path>
                <a:path w="826770" h="365759">
                  <a:moveTo>
                    <a:pt x="102737" y="320040"/>
                  </a:moveTo>
                  <a:lnTo>
                    <a:pt x="14872" y="320040"/>
                  </a:lnTo>
                  <a:lnTo>
                    <a:pt x="15545" y="321310"/>
                  </a:lnTo>
                  <a:lnTo>
                    <a:pt x="14997" y="322580"/>
                  </a:lnTo>
                  <a:lnTo>
                    <a:pt x="14479" y="323850"/>
                  </a:lnTo>
                  <a:lnTo>
                    <a:pt x="13782" y="325120"/>
                  </a:lnTo>
                  <a:lnTo>
                    <a:pt x="86706" y="325120"/>
                  </a:lnTo>
                  <a:lnTo>
                    <a:pt x="90173" y="323850"/>
                  </a:lnTo>
                  <a:lnTo>
                    <a:pt x="102737" y="320040"/>
                  </a:lnTo>
                  <a:close/>
                </a:path>
                <a:path w="826770" h="365759">
                  <a:moveTo>
                    <a:pt x="65603" y="284480"/>
                  </a:moveTo>
                  <a:lnTo>
                    <a:pt x="60549" y="284480"/>
                  </a:lnTo>
                  <a:lnTo>
                    <a:pt x="49695" y="289560"/>
                  </a:lnTo>
                  <a:lnTo>
                    <a:pt x="34968" y="295910"/>
                  </a:lnTo>
                  <a:lnTo>
                    <a:pt x="18739" y="302260"/>
                  </a:lnTo>
                  <a:lnTo>
                    <a:pt x="8955" y="307340"/>
                  </a:lnTo>
                  <a:lnTo>
                    <a:pt x="3009" y="311150"/>
                  </a:lnTo>
                  <a:lnTo>
                    <a:pt x="3009" y="316230"/>
                  </a:lnTo>
                  <a:lnTo>
                    <a:pt x="5970" y="316230"/>
                  </a:lnTo>
                  <a:lnTo>
                    <a:pt x="8407" y="312420"/>
                  </a:lnTo>
                  <a:lnTo>
                    <a:pt x="14431" y="312420"/>
                  </a:lnTo>
                  <a:lnTo>
                    <a:pt x="14431" y="311150"/>
                  </a:lnTo>
                  <a:lnTo>
                    <a:pt x="17077" y="309880"/>
                  </a:lnTo>
                  <a:lnTo>
                    <a:pt x="24680" y="306070"/>
                  </a:lnTo>
                  <a:lnTo>
                    <a:pt x="25508" y="304800"/>
                  </a:lnTo>
                  <a:lnTo>
                    <a:pt x="21724" y="302260"/>
                  </a:lnTo>
                  <a:lnTo>
                    <a:pt x="27897" y="302260"/>
                  </a:lnTo>
                  <a:lnTo>
                    <a:pt x="31246" y="298450"/>
                  </a:lnTo>
                  <a:lnTo>
                    <a:pt x="35690" y="298450"/>
                  </a:lnTo>
                  <a:lnTo>
                    <a:pt x="35500" y="297180"/>
                  </a:lnTo>
                  <a:lnTo>
                    <a:pt x="42067" y="297180"/>
                  </a:lnTo>
                  <a:lnTo>
                    <a:pt x="39135" y="295910"/>
                  </a:lnTo>
                  <a:lnTo>
                    <a:pt x="40923" y="294640"/>
                  </a:lnTo>
                  <a:lnTo>
                    <a:pt x="52214" y="289560"/>
                  </a:lnTo>
                  <a:lnTo>
                    <a:pt x="59764" y="287020"/>
                  </a:lnTo>
                  <a:lnTo>
                    <a:pt x="65603" y="284480"/>
                  </a:lnTo>
                  <a:close/>
                </a:path>
                <a:path w="826770" h="365759">
                  <a:moveTo>
                    <a:pt x="57380" y="303530"/>
                  </a:moveTo>
                  <a:lnTo>
                    <a:pt x="54836" y="303530"/>
                  </a:lnTo>
                  <a:lnTo>
                    <a:pt x="51511" y="308610"/>
                  </a:lnTo>
                  <a:lnTo>
                    <a:pt x="30883" y="308610"/>
                  </a:lnTo>
                  <a:lnTo>
                    <a:pt x="36901" y="312420"/>
                  </a:lnTo>
                  <a:lnTo>
                    <a:pt x="37759" y="313690"/>
                  </a:lnTo>
                  <a:lnTo>
                    <a:pt x="37264" y="314960"/>
                  </a:lnTo>
                  <a:lnTo>
                    <a:pt x="119490" y="314960"/>
                  </a:lnTo>
                  <a:lnTo>
                    <a:pt x="132054" y="311150"/>
                  </a:lnTo>
                  <a:lnTo>
                    <a:pt x="153788" y="304800"/>
                  </a:lnTo>
                  <a:lnTo>
                    <a:pt x="65680" y="304800"/>
                  </a:lnTo>
                  <a:lnTo>
                    <a:pt x="57380" y="303530"/>
                  </a:lnTo>
                  <a:close/>
                </a:path>
                <a:path w="826770" h="365759">
                  <a:moveTo>
                    <a:pt x="31556" y="302260"/>
                  </a:moveTo>
                  <a:lnTo>
                    <a:pt x="31037" y="302260"/>
                  </a:lnTo>
                  <a:lnTo>
                    <a:pt x="30132" y="303530"/>
                  </a:lnTo>
                  <a:lnTo>
                    <a:pt x="27844" y="307340"/>
                  </a:lnTo>
                  <a:lnTo>
                    <a:pt x="14431" y="313690"/>
                  </a:lnTo>
                  <a:lnTo>
                    <a:pt x="34696" y="313690"/>
                  </a:lnTo>
                  <a:lnTo>
                    <a:pt x="28600" y="309880"/>
                  </a:lnTo>
                  <a:lnTo>
                    <a:pt x="30883" y="308610"/>
                  </a:lnTo>
                  <a:lnTo>
                    <a:pt x="38587" y="308610"/>
                  </a:lnTo>
                  <a:lnTo>
                    <a:pt x="38587" y="307340"/>
                  </a:lnTo>
                  <a:lnTo>
                    <a:pt x="40652" y="306070"/>
                  </a:lnTo>
                  <a:lnTo>
                    <a:pt x="31580" y="306070"/>
                  </a:lnTo>
                  <a:lnTo>
                    <a:pt x="31556" y="302260"/>
                  </a:lnTo>
                  <a:close/>
                </a:path>
                <a:path w="826770" h="365759">
                  <a:moveTo>
                    <a:pt x="51308" y="304800"/>
                  </a:moveTo>
                  <a:lnTo>
                    <a:pt x="49414" y="304800"/>
                  </a:lnTo>
                  <a:lnTo>
                    <a:pt x="46869" y="306070"/>
                  </a:lnTo>
                  <a:lnTo>
                    <a:pt x="45284" y="307340"/>
                  </a:lnTo>
                  <a:lnTo>
                    <a:pt x="42716" y="308610"/>
                  </a:lnTo>
                  <a:lnTo>
                    <a:pt x="51308" y="308610"/>
                  </a:lnTo>
                  <a:lnTo>
                    <a:pt x="51308" y="304800"/>
                  </a:lnTo>
                  <a:close/>
                </a:path>
                <a:path w="826770" h="365759">
                  <a:moveTo>
                    <a:pt x="48371" y="293370"/>
                  </a:moveTo>
                  <a:lnTo>
                    <a:pt x="51618" y="294640"/>
                  </a:lnTo>
                  <a:lnTo>
                    <a:pt x="55170" y="295910"/>
                  </a:lnTo>
                  <a:lnTo>
                    <a:pt x="55015" y="295910"/>
                  </a:lnTo>
                  <a:lnTo>
                    <a:pt x="49723" y="298450"/>
                  </a:lnTo>
                  <a:lnTo>
                    <a:pt x="46559" y="299720"/>
                  </a:lnTo>
                  <a:lnTo>
                    <a:pt x="42406" y="300990"/>
                  </a:lnTo>
                  <a:lnTo>
                    <a:pt x="38509" y="302260"/>
                  </a:lnTo>
                  <a:lnTo>
                    <a:pt x="35733" y="303530"/>
                  </a:lnTo>
                  <a:lnTo>
                    <a:pt x="32205" y="306070"/>
                  </a:lnTo>
                  <a:lnTo>
                    <a:pt x="40652" y="306070"/>
                  </a:lnTo>
                  <a:lnTo>
                    <a:pt x="42716" y="304800"/>
                  </a:lnTo>
                  <a:lnTo>
                    <a:pt x="51308" y="304800"/>
                  </a:lnTo>
                  <a:lnTo>
                    <a:pt x="51308" y="302260"/>
                  </a:lnTo>
                  <a:lnTo>
                    <a:pt x="59531" y="298450"/>
                  </a:lnTo>
                  <a:lnTo>
                    <a:pt x="67085" y="298450"/>
                  </a:lnTo>
                  <a:lnTo>
                    <a:pt x="65579" y="295910"/>
                  </a:lnTo>
                  <a:lnTo>
                    <a:pt x="70769" y="294640"/>
                  </a:lnTo>
                  <a:lnTo>
                    <a:pt x="55354" y="294640"/>
                  </a:lnTo>
                  <a:lnTo>
                    <a:pt x="48371" y="293370"/>
                  </a:lnTo>
                  <a:close/>
                </a:path>
                <a:path w="826770" h="365759">
                  <a:moveTo>
                    <a:pt x="73808" y="297180"/>
                  </a:moveTo>
                  <a:lnTo>
                    <a:pt x="69625" y="297180"/>
                  </a:lnTo>
                  <a:lnTo>
                    <a:pt x="72765" y="299720"/>
                  </a:lnTo>
                  <a:lnTo>
                    <a:pt x="65680" y="304800"/>
                  </a:lnTo>
                  <a:lnTo>
                    <a:pt x="153788" y="304800"/>
                  </a:lnTo>
                  <a:lnTo>
                    <a:pt x="171176" y="299720"/>
                  </a:lnTo>
                  <a:lnTo>
                    <a:pt x="74976" y="299720"/>
                  </a:lnTo>
                  <a:lnTo>
                    <a:pt x="73808" y="297180"/>
                  </a:lnTo>
                  <a:close/>
                </a:path>
                <a:path w="826770" h="365759">
                  <a:moveTo>
                    <a:pt x="27897" y="302260"/>
                  </a:moveTo>
                  <a:lnTo>
                    <a:pt x="21724" y="302260"/>
                  </a:lnTo>
                  <a:lnTo>
                    <a:pt x="25538" y="303530"/>
                  </a:lnTo>
                  <a:lnTo>
                    <a:pt x="27897" y="302260"/>
                  </a:lnTo>
                  <a:close/>
                </a:path>
                <a:path w="826770" h="365759">
                  <a:moveTo>
                    <a:pt x="35690" y="298450"/>
                  </a:moveTo>
                  <a:lnTo>
                    <a:pt x="31741" y="298450"/>
                  </a:lnTo>
                  <a:lnTo>
                    <a:pt x="35167" y="303530"/>
                  </a:lnTo>
                  <a:lnTo>
                    <a:pt x="36257" y="302260"/>
                  </a:lnTo>
                  <a:lnTo>
                    <a:pt x="35690" y="298450"/>
                  </a:lnTo>
                  <a:close/>
                </a:path>
                <a:path w="826770" h="365759">
                  <a:moveTo>
                    <a:pt x="67085" y="298450"/>
                  </a:moveTo>
                  <a:lnTo>
                    <a:pt x="59531" y="298450"/>
                  </a:lnTo>
                  <a:lnTo>
                    <a:pt x="66824" y="300990"/>
                  </a:lnTo>
                  <a:lnTo>
                    <a:pt x="67837" y="299720"/>
                  </a:lnTo>
                  <a:lnTo>
                    <a:pt x="67085" y="298450"/>
                  </a:lnTo>
                  <a:close/>
                </a:path>
                <a:path w="826770" h="365759">
                  <a:moveTo>
                    <a:pt x="81494" y="292100"/>
                  </a:moveTo>
                  <a:lnTo>
                    <a:pt x="78348" y="292100"/>
                  </a:lnTo>
                  <a:lnTo>
                    <a:pt x="82710" y="297180"/>
                  </a:lnTo>
                  <a:lnTo>
                    <a:pt x="82340" y="298450"/>
                  </a:lnTo>
                  <a:lnTo>
                    <a:pt x="79307" y="299720"/>
                  </a:lnTo>
                  <a:lnTo>
                    <a:pt x="171176" y="299720"/>
                  </a:lnTo>
                  <a:lnTo>
                    <a:pt x="184217" y="295910"/>
                  </a:lnTo>
                  <a:lnTo>
                    <a:pt x="83693" y="295910"/>
                  </a:lnTo>
                  <a:lnTo>
                    <a:pt x="81494" y="292100"/>
                  </a:lnTo>
                  <a:close/>
                </a:path>
                <a:path w="826770" h="365759">
                  <a:moveTo>
                    <a:pt x="42067" y="297180"/>
                  </a:moveTo>
                  <a:lnTo>
                    <a:pt x="37759" y="297180"/>
                  </a:lnTo>
                  <a:lnTo>
                    <a:pt x="44611" y="298450"/>
                  </a:lnTo>
                  <a:lnTo>
                    <a:pt x="44998" y="298450"/>
                  </a:lnTo>
                  <a:lnTo>
                    <a:pt x="42067" y="297180"/>
                  </a:lnTo>
                  <a:close/>
                </a:path>
                <a:path w="826770" h="365759">
                  <a:moveTo>
                    <a:pt x="108141" y="281940"/>
                  </a:moveTo>
                  <a:lnTo>
                    <a:pt x="93376" y="281940"/>
                  </a:lnTo>
                  <a:lnTo>
                    <a:pt x="90229" y="283210"/>
                  </a:lnTo>
                  <a:lnTo>
                    <a:pt x="86732" y="284480"/>
                  </a:lnTo>
                  <a:lnTo>
                    <a:pt x="84158" y="285750"/>
                  </a:lnTo>
                  <a:lnTo>
                    <a:pt x="81357" y="285750"/>
                  </a:lnTo>
                  <a:lnTo>
                    <a:pt x="79206" y="287020"/>
                  </a:lnTo>
                  <a:lnTo>
                    <a:pt x="76686" y="288290"/>
                  </a:lnTo>
                  <a:lnTo>
                    <a:pt x="72092" y="290830"/>
                  </a:lnTo>
                  <a:lnTo>
                    <a:pt x="60336" y="294640"/>
                  </a:lnTo>
                  <a:lnTo>
                    <a:pt x="70769" y="294640"/>
                  </a:lnTo>
                  <a:lnTo>
                    <a:pt x="76948" y="297180"/>
                  </a:lnTo>
                  <a:lnTo>
                    <a:pt x="77544" y="297180"/>
                  </a:lnTo>
                  <a:lnTo>
                    <a:pt x="76608" y="294640"/>
                  </a:lnTo>
                  <a:lnTo>
                    <a:pt x="74690" y="292100"/>
                  </a:lnTo>
                  <a:lnTo>
                    <a:pt x="81494" y="292100"/>
                  </a:lnTo>
                  <a:lnTo>
                    <a:pt x="80761" y="290830"/>
                  </a:lnTo>
                  <a:lnTo>
                    <a:pt x="85641" y="289560"/>
                  </a:lnTo>
                  <a:lnTo>
                    <a:pt x="93894" y="289560"/>
                  </a:lnTo>
                  <a:lnTo>
                    <a:pt x="91946" y="287020"/>
                  </a:lnTo>
                  <a:lnTo>
                    <a:pt x="98125" y="284480"/>
                  </a:lnTo>
                  <a:lnTo>
                    <a:pt x="103988" y="284480"/>
                  </a:lnTo>
                  <a:lnTo>
                    <a:pt x="108141" y="281940"/>
                  </a:lnTo>
                  <a:close/>
                </a:path>
                <a:path w="826770" h="365759">
                  <a:moveTo>
                    <a:pt x="99084" y="287020"/>
                  </a:moveTo>
                  <a:lnTo>
                    <a:pt x="97034" y="287020"/>
                  </a:lnTo>
                  <a:lnTo>
                    <a:pt x="96593" y="288290"/>
                  </a:lnTo>
                  <a:lnTo>
                    <a:pt x="97553" y="289560"/>
                  </a:lnTo>
                  <a:lnTo>
                    <a:pt x="96957" y="290830"/>
                  </a:lnTo>
                  <a:lnTo>
                    <a:pt x="92750" y="294640"/>
                  </a:lnTo>
                  <a:lnTo>
                    <a:pt x="83693" y="295910"/>
                  </a:lnTo>
                  <a:lnTo>
                    <a:pt x="184217" y="295910"/>
                  </a:lnTo>
                  <a:lnTo>
                    <a:pt x="197258" y="292100"/>
                  </a:lnTo>
                  <a:lnTo>
                    <a:pt x="202028" y="290830"/>
                  </a:lnTo>
                  <a:lnTo>
                    <a:pt x="101056" y="290830"/>
                  </a:lnTo>
                  <a:lnTo>
                    <a:pt x="100252" y="288290"/>
                  </a:lnTo>
                  <a:lnTo>
                    <a:pt x="99084" y="287020"/>
                  </a:lnTo>
                  <a:close/>
                </a:path>
                <a:path w="826770" h="365759">
                  <a:moveTo>
                    <a:pt x="62052" y="288290"/>
                  </a:moveTo>
                  <a:lnTo>
                    <a:pt x="59585" y="290830"/>
                  </a:lnTo>
                  <a:lnTo>
                    <a:pt x="57976" y="293370"/>
                  </a:lnTo>
                  <a:lnTo>
                    <a:pt x="55354" y="294640"/>
                  </a:lnTo>
                  <a:lnTo>
                    <a:pt x="59895" y="294640"/>
                  </a:lnTo>
                  <a:lnTo>
                    <a:pt x="62052" y="288290"/>
                  </a:lnTo>
                  <a:close/>
                </a:path>
                <a:path w="826770" h="365759">
                  <a:moveTo>
                    <a:pt x="93894" y="289560"/>
                  </a:moveTo>
                  <a:lnTo>
                    <a:pt x="85641" y="289560"/>
                  </a:lnTo>
                  <a:lnTo>
                    <a:pt x="93578" y="290830"/>
                  </a:lnTo>
                  <a:lnTo>
                    <a:pt x="94669" y="290830"/>
                  </a:lnTo>
                  <a:lnTo>
                    <a:pt x="93894" y="289560"/>
                  </a:lnTo>
                  <a:close/>
                </a:path>
                <a:path w="826770" h="365759">
                  <a:moveTo>
                    <a:pt x="103988" y="284480"/>
                  </a:moveTo>
                  <a:lnTo>
                    <a:pt x="98125" y="284480"/>
                  </a:lnTo>
                  <a:lnTo>
                    <a:pt x="102766" y="287020"/>
                  </a:lnTo>
                  <a:lnTo>
                    <a:pt x="105883" y="289560"/>
                  </a:lnTo>
                  <a:lnTo>
                    <a:pt x="106216" y="289560"/>
                  </a:lnTo>
                  <a:lnTo>
                    <a:pt x="104143" y="290830"/>
                  </a:lnTo>
                  <a:lnTo>
                    <a:pt x="202028" y="290830"/>
                  </a:lnTo>
                  <a:lnTo>
                    <a:pt x="211568" y="288290"/>
                  </a:lnTo>
                  <a:lnTo>
                    <a:pt x="113903" y="288290"/>
                  </a:lnTo>
                  <a:lnTo>
                    <a:pt x="113374" y="287020"/>
                  </a:lnTo>
                  <a:lnTo>
                    <a:pt x="108659" y="287020"/>
                  </a:lnTo>
                  <a:lnTo>
                    <a:pt x="106818" y="285750"/>
                  </a:lnTo>
                  <a:lnTo>
                    <a:pt x="103988" y="284480"/>
                  </a:lnTo>
                  <a:close/>
                </a:path>
                <a:path w="826770" h="365759">
                  <a:moveTo>
                    <a:pt x="130122" y="274320"/>
                  </a:moveTo>
                  <a:lnTo>
                    <a:pt x="113277" y="274320"/>
                  </a:lnTo>
                  <a:lnTo>
                    <a:pt x="111978" y="276860"/>
                  </a:lnTo>
                  <a:lnTo>
                    <a:pt x="109541" y="278130"/>
                  </a:lnTo>
                  <a:lnTo>
                    <a:pt x="102069" y="278130"/>
                  </a:lnTo>
                  <a:lnTo>
                    <a:pt x="100043" y="280670"/>
                  </a:lnTo>
                  <a:lnTo>
                    <a:pt x="97499" y="281940"/>
                  </a:lnTo>
                  <a:lnTo>
                    <a:pt x="111203" y="281940"/>
                  </a:lnTo>
                  <a:lnTo>
                    <a:pt x="115976" y="283210"/>
                  </a:lnTo>
                  <a:lnTo>
                    <a:pt x="116727" y="285750"/>
                  </a:lnTo>
                  <a:lnTo>
                    <a:pt x="115690" y="287020"/>
                  </a:lnTo>
                  <a:lnTo>
                    <a:pt x="114445" y="288290"/>
                  </a:lnTo>
                  <a:lnTo>
                    <a:pt x="211568" y="288290"/>
                  </a:lnTo>
                  <a:lnTo>
                    <a:pt x="216710" y="285750"/>
                  </a:lnTo>
                  <a:lnTo>
                    <a:pt x="126773" y="285750"/>
                  </a:lnTo>
                  <a:lnTo>
                    <a:pt x="122310" y="280670"/>
                  </a:lnTo>
                  <a:lnTo>
                    <a:pt x="119015" y="276860"/>
                  </a:lnTo>
                  <a:lnTo>
                    <a:pt x="135273" y="276860"/>
                  </a:lnTo>
                  <a:lnTo>
                    <a:pt x="134221" y="275590"/>
                  </a:lnTo>
                  <a:lnTo>
                    <a:pt x="130122" y="274320"/>
                  </a:lnTo>
                  <a:close/>
                </a:path>
                <a:path w="826770" h="365759">
                  <a:moveTo>
                    <a:pt x="110864" y="283210"/>
                  </a:moveTo>
                  <a:lnTo>
                    <a:pt x="108582" y="283210"/>
                  </a:lnTo>
                  <a:lnTo>
                    <a:pt x="108165" y="284480"/>
                  </a:lnTo>
                  <a:lnTo>
                    <a:pt x="108814" y="285750"/>
                  </a:lnTo>
                  <a:lnTo>
                    <a:pt x="109487" y="285750"/>
                  </a:lnTo>
                  <a:lnTo>
                    <a:pt x="108659" y="287020"/>
                  </a:lnTo>
                  <a:lnTo>
                    <a:pt x="113374" y="287020"/>
                  </a:lnTo>
                  <a:lnTo>
                    <a:pt x="112318" y="284480"/>
                  </a:lnTo>
                  <a:lnTo>
                    <a:pt x="110864" y="283210"/>
                  </a:lnTo>
                  <a:close/>
                </a:path>
                <a:path w="826770" h="365759">
                  <a:moveTo>
                    <a:pt x="135273" y="276860"/>
                  </a:moveTo>
                  <a:lnTo>
                    <a:pt x="119015" y="276860"/>
                  </a:lnTo>
                  <a:lnTo>
                    <a:pt x="123842" y="279400"/>
                  </a:lnTo>
                  <a:lnTo>
                    <a:pt x="127578" y="279400"/>
                  </a:lnTo>
                  <a:lnTo>
                    <a:pt x="128197" y="280670"/>
                  </a:lnTo>
                  <a:lnTo>
                    <a:pt x="128197" y="285750"/>
                  </a:lnTo>
                  <a:lnTo>
                    <a:pt x="216710" y="285750"/>
                  </a:lnTo>
                  <a:lnTo>
                    <a:pt x="219282" y="284480"/>
                  </a:lnTo>
                  <a:lnTo>
                    <a:pt x="221186" y="283210"/>
                  </a:lnTo>
                  <a:lnTo>
                    <a:pt x="220498" y="281940"/>
                  </a:lnTo>
                  <a:lnTo>
                    <a:pt x="138660" y="281940"/>
                  </a:lnTo>
                  <a:lnTo>
                    <a:pt x="136325" y="278130"/>
                  </a:lnTo>
                  <a:lnTo>
                    <a:pt x="135273" y="276860"/>
                  </a:lnTo>
                  <a:close/>
                </a:path>
                <a:path w="826770" h="365759">
                  <a:moveTo>
                    <a:pt x="236779" y="280670"/>
                  </a:moveTo>
                  <a:lnTo>
                    <a:pt x="221704" y="280670"/>
                  </a:lnTo>
                  <a:lnTo>
                    <a:pt x="228992" y="284480"/>
                  </a:lnTo>
                  <a:lnTo>
                    <a:pt x="230994" y="284480"/>
                  </a:lnTo>
                  <a:lnTo>
                    <a:pt x="233872" y="283210"/>
                  </a:lnTo>
                  <a:lnTo>
                    <a:pt x="236779" y="280670"/>
                  </a:lnTo>
                  <a:close/>
                </a:path>
                <a:path w="826770" h="365759">
                  <a:moveTo>
                    <a:pt x="142188" y="274320"/>
                  </a:moveTo>
                  <a:lnTo>
                    <a:pt x="136688" y="274320"/>
                  </a:lnTo>
                  <a:lnTo>
                    <a:pt x="139566" y="276860"/>
                  </a:lnTo>
                  <a:lnTo>
                    <a:pt x="140370" y="278130"/>
                  </a:lnTo>
                  <a:lnTo>
                    <a:pt x="139906" y="279400"/>
                  </a:lnTo>
                  <a:lnTo>
                    <a:pt x="139226" y="281940"/>
                  </a:lnTo>
                  <a:lnTo>
                    <a:pt x="220498" y="281940"/>
                  </a:lnTo>
                  <a:lnTo>
                    <a:pt x="219810" y="280670"/>
                  </a:lnTo>
                  <a:lnTo>
                    <a:pt x="236779" y="280670"/>
                  </a:lnTo>
                  <a:lnTo>
                    <a:pt x="237143" y="279400"/>
                  </a:lnTo>
                  <a:lnTo>
                    <a:pt x="153634" y="279400"/>
                  </a:lnTo>
                  <a:lnTo>
                    <a:pt x="151999" y="278130"/>
                  </a:lnTo>
                  <a:lnTo>
                    <a:pt x="142575" y="278130"/>
                  </a:lnTo>
                  <a:lnTo>
                    <a:pt x="142188" y="276860"/>
                  </a:lnTo>
                  <a:lnTo>
                    <a:pt x="142188" y="274320"/>
                  </a:lnTo>
                  <a:close/>
                </a:path>
                <a:path w="826770" h="365759">
                  <a:moveTo>
                    <a:pt x="158461" y="266700"/>
                  </a:moveTo>
                  <a:lnTo>
                    <a:pt x="138398" y="266700"/>
                  </a:lnTo>
                  <a:lnTo>
                    <a:pt x="137695" y="269240"/>
                  </a:lnTo>
                  <a:lnTo>
                    <a:pt x="134632" y="270510"/>
                  </a:lnTo>
                  <a:lnTo>
                    <a:pt x="147640" y="270510"/>
                  </a:lnTo>
                  <a:lnTo>
                    <a:pt x="153634" y="275590"/>
                  </a:lnTo>
                  <a:lnTo>
                    <a:pt x="153634" y="279400"/>
                  </a:lnTo>
                  <a:lnTo>
                    <a:pt x="216461" y="279400"/>
                  </a:lnTo>
                  <a:lnTo>
                    <a:pt x="223397" y="276860"/>
                  </a:lnTo>
                  <a:lnTo>
                    <a:pt x="163311" y="276860"/>
                  </a:lnTo>
                  <a:lnTo>
                    <a:pt x="166558" y="275590"/>
                  </a:lnTo>
                  <a:lnTo>
                    <a:pt x="156929" y="275590"/>
                  </a:lnTo>
                  <a:lnTo>
                    <a:pt x="155523" y="271780"/>
                  </a:lnTo>
                  <a:lnTo>
                    <a:pt x="154123" y="270510"/>
                  </a:lnTo>
                  <a:lnTo>
                    <a:pt x="153086" y="269240"/>
                  </a:lnTo>
                  <a:lnTo>
                    <a:pt x="152073" y="269240"/>
                  </a:lnTo>
                  <a:lnTo>
                    <a:pt x="153140" y="267970"/>
                  </a:lnTo>
                  <a:lnTo>
                    <a:pt x="158461" y="266700"/>
                  </a:lnTo>
                  <a:close/>
                </a:path>
                <a:path w="826770" h="365759">
                  <a:moveTo>
                    <a:pt x="243238" y="275590"/>
                  </a:moveTo>
                  <a:lnTo>
                    <a:pt x="232007" y="275590"/>
                  </a:lnTo>
                  <a:lnTo>
                    <a:pt x="231822" y="276860"/>
                  </a:lnTo>
                  <a:lnTo>
                    <a:pt x="228008" y="278130"/>
                  </a:lnTo>
                  <a:lnTo>
                    <a:pt x="221466" y="279400"/>
                  </a:lnTo>
                  <a:lnTo>
                    <a:pt x="237143" y="279400"/>
                  </a:lnTo>
                  <a:lnTo>
                    <a:pt x="233901" y="278130"/>
                  </a:lnTo>
                  <a:lnTo>
                    <a:pt x="244589" y="278130"/>
                  </a:lnTo>
                  <a:lnTo>
                    <a:pt x="243238" y="275590"/>
                  </a:lnTo>
                  <a:close/>
                </a:path>
                <a:path w="826770" h="365759">
                  <a:moveTo>
                    <a:pt x="244589" y="278130"/>
                  </a:moveTo>
                  <a:lnTo>
                    <a:pt x="235665" y="278130"/>
                  </a:lnTo>
                  <a:lnTo>
                    <a:pt x="243918" y="279400"/>
                  </a:lnTo>
                  <a:lnTo>
                    <a:pt x="245264" y="279400"/>
                  </a:lnTo>
                  <a:lnTo>
                    <a:pt x="244589" y="278130"/>
                  </a:lnTo>
                  <a:close/>
                </a:path>
                <a:path w="826770" h="365759">
                  <a:moveTo>
                    <a:pt x="144941" y="270510"/>
                  </a:moveTo>
                  <a:lnTo>
                    <a:pt x="127810" y="270510"/>
                  </a:lnTo>
                  <a:lnTo>
                    <a:pt x="125033" y="271780"/>
                  </a:lnTo>
                  <a:lnTo>
                    <a:pt x="125033" y="273050"/>
                  </a:lnTo>
                  <a:lnTo>
                    <a:pt x="122519" y="274320"/>
                  </a:lnTo>
                  <a:lnTo>
                    <a:pt x="145691" y="274320"/>
                  </a:lnTo>
                  <a:lnTo>
                    <a:pt x="144392" y="276860"/>
                  </a:lnTo>
                  <a:lnTo>
                    <a:pt x="143487" y="278130"/>
                  </a:lnTo>
                  <a:lnTo>
                    <a:pt x="151999" y="278130"/>
                  </a:lnTo>
                  <a:lnTo>
                    <a:pt x="150363" y="276860"/>
                  </a:lnTo>
                  <a:lnTo>
                    <a:pt x="147402" y="274320"/>
                  </a:lnTo>
                  <a:lnTo>
                    <a:pt x="145614" y="271780"/>
                  </a:lnTo>
                  <a:lnTo>
                    <a:pt x="144941" y="270510"/>
                  </a:lnTo>
                  <a:close/>
                </a:path>
                <a:path w="826770" h="365759">
                  <a:moveTo>
                    <a:pt x="226864" y="275590"/>
                  </a:moveTo>
                  <a:lnTo>
                    <a:pt x="169228" y="275590"/>
                  </a:lnTo>
                  <a:lnTo>
                    <a:pt x="164246" y="276860"/>
                  </a:lnTo>
                  <a:lnTo>
                    <a:pt x="223397" y="276860"/>
                  </a:lnTo>
                  <a:lnTo>
                    <a:pt x="226864" y="275590"/>
                  </a:lnTo>
                  <a:close/>
                </a:path>
                <a:path w="826770" h="365759">
                  <a:moveTo>
                    <a:pt x="253988" y="271780"/>
                  </a:moveTo>
                  <a:lnTo>
                    <a:pt x="240869" y="274320"/>
                  </a:lnTo>
                  <a:lnTo>
                    <a:pt x="236291" y="275590"/>
                  </a:lnTo>
                  <a:lnTo>
                    <a:pt x="244460" y="275590"/>
                  </a:lnTo>
                  <a:lnTo>
                    <a:pt x="256788" y="276860"/>
                  </a:lnTo>
                  <a:lnTo>
                    <a:pt x="258838" y="275590"/>
                  </a:lnTo>
                  <a:lnTo>
                    <a:pt x="256812" y="273050"/>
                  </a:lnTo>
                  <a:lnTo>
                    <a:pt x="253988" y="271780"/>
                  </a:lnTo>
                  <a:close/>
                </a:path>
                <a:path w="826770" h="365759">
                  <a:moveTo>
                    <a:pt x="160326" y="267970"/>
                  </a:moveTo>
                  <a:lnTo>
                    <a:pt x="156822" y="267970"/>
                  </a:lnTo>
                  <a:lnTo>
                    <a:pt x="156172" y="269240"/>
                  </a:lnTo>
                  <a:lnTo>
                    <a:pt x="157132" y="274320"/>
                  </a:lnTo>
                  <a:lnTo>
                    <a:pt x="156929" y="275590"/>
                  </a:lnTo>
                  <a:lnTo>
                    <a:pt x="166558" y="275590"/>
                  </a:lnTo>
                  <a:lnTo>
                    <a:pt x="166606" y="274320"/>
                  </a:lnTo>
                  <a:lnTo>
                    <a:pt x="164949" y="273050"/>
                  </a:lnTo>
                  <a:lnTo>
                    <a:pt x="163728" y="271780"/>
                  </a:lnTo>
                  <a:lnTo>
                    <a:pt x="159342" y="271780"/>
                  </a:lnTo>
                  <a:lnTo>
                    <a:pt x="160921" y="269240"/>
                  </a:lnTo>
                  <a:lnTo>
                    <a:pt x="160326" y="267970"/>
                  </a:lnTo>
                  <a:close/>
                </a:path>
                <a:path w="826770" h="365759">
                  <a:moveTo>
                    <a:pt x="202838" y="251460"/>
                  </a:moveTo>
                  <a:lnTo>
                    <a:pt x="201255" y="251460"/>
                  </a:lnTo>
                  <a:lnTo>
                    <a:pt x="194365" y="252730"/>
                  </a:lnTo>
                  <a:lnTo>
                    <a:pt x="180829" y="256540"/>
                  </a:lnTo>
                  <a:lnTo>
                    <a:pt x="172458" y="259080"/>
                  </a:lnTo>
                  <a:lnTo>
                    <a:pt x="164843" y="261620"/>
                  </a:lnTo>
                  <a:lnTo>
                    <a:pt x="158824" y="262890"/>
                  </a:lnTo>
                  <a:lnTo>
                    <a:pt x="173119" y="262890"/>
                  </a:lnTo>
                  <a:lnTo>
                    <a:pt x="174727" y="264160"/>
                  </a:lnTo>
                  <a:lnTo>
                    <a:pt x="170217" y="264160"/>
                  </a:lnTo>
                  <a:lnTo>
                    <a:pt x="169537" y="265430"/>
                  </a:lnTo>
                  <a:lnTo>
                    <a:pt x="171510" y="273050"/>
                  </a:lnTo>
                  <a:lnTo>
                    <a:pt x="177635" y="273050"/>
                  </a:lnTo>
                  <a:lnTo>
                    <a:pt x="176962" y="274320"/>
                  </a:lnTo>
                  <a:lnTo>
                    <a:pt x="175252" y="274320"/>
                  </a:lnTo>
                  <a:lnTo>
                    <a:pt x="172421" y="275590"/>
                  </a:lnTo>
                  <a:lnTo>
                    <a:pt x="236291" y="275590"/>
                  </a:lnTo>
                  <a:lnTo>
                    <a:pt x="236700" y="274320"/>
                  </a:lnTo>
                  <a:lnTo>
                    <a:pt x="241350" y="273050"/>
                  </a:lnTo>
                  <a:lnTo>
                    <a:pt x="245617" y="271780"/>
                  </a:lnTo>
                  <a:lnTo>
                    <a:pt x="184148" y="271780"/>
                  </a:lnTo>
                  <a:lnTo>
                    <a:pt x="184148" y="269240"/>
                  </a:lnTo>
                  <a:lnTo>
                    <a:pt x="183266" y="267970"/>
                  </a:lnTo>
                  <a:lnTo>
                    <a:pt x="172731" y="267970"/>
                  </a:lnTo>
                  <a:lnTo>
                    <a:pt x="175639" y="266700"/>
                  </a:lnTo>
                  <a:lnTo>
                    <a:pt x="182384" y="266700"/>
                  </a:lnTo>
                  <a:lnTo>
                    <a:pt x="178106" y="262890"/>
                  </a:lnTo>
                  <a:lnTo>
                    <a:pt x="177272" y="260350"/>
                  </a:lnTo>
                  <a:lnTo>
                    <a:pt x="181764" y="260350"/>
                  </a:lnTo>
                  <a:lnTo>
                    <a:pt x="185840" y="259080"/>
                  </a:lnTo>
                  <a:lnTo>
                    <a:pt x="191650" y="256540"/>
                  </a:lnTo>
                  <a:lnTo>
                    <a:pt x="197775" y="256540"/>
                  </a:lnTo>
                  <a:lnTo>
                    <a:pt x="198424" y="255270"/>
                  </a:lnTo>
                  <a:lnTo>
                    <a:pt x="200450" y="254000"/>
                  </a:lnTo>
                  <a:lnTo>
                    <a:pt x="202838" y="251460"/>
                  </a:lnTo>
                  <a:close/>
                </a:path>
                <a:path w="826770" h="365759">
                  <a:moveTo>
                    <a:pt x="167827" y="262890"/>
                  </a:moveTo>
                  <a:lnTo>
                    <a:pt x="152466" y="262890"/>
                  </a:lnTo>
                  <a:lnTo>
                    <a:pt x="150571" y="264160"/>
                  </a:lnTo>
                  <a:lnTo>
                    <a:pt x="151555" y="265430"/>
                  </a:lnTo>
                  <a:lnTo>
                    <a:pt x="148963" y="266700"/>
                  </a:lnTo>
                  <a:lnTo>
                    <a:pt x="160921" y="266700"/>
                  </a:lnTo>
                  <a:lnTo>
                    <a:pt x="167077" y="273050"/>
                  </a:lnTo>
                  <a:lnTo>
                    <a:pt x="169931" y="274320"/>
                  </a:lnTo>
                  <a:lnTo>
                    <a:pt x="173613" y="273050"/>
                  </a:lnTo>
                  <a:lnTo>
                    <a:pt x="170449" y="273050"/>
                  </a:lnTo>
                  <a:lnTo>
                    <a:pt x="165390" y="265430"/>
                  </a:lnTo>
                  <a:lnTo>
                    <a:pt x="165468" y="264160"/>
                  </a:lnTo>
                  <a:lnTo>
                    <a:pt x="167827" y="262890"/>
                  </a:lnTo>
                  <a:close/>
                </a:path>
                <a:path w="826770" h="365759">
                  <a:moveTo>
                    <a:pt x="161833" y="270510"/>
                  </a:moveTo>
                  <a:lnTo>
                    <a:pt x="159599" y="271780"/>
                  </a:lnTo>
                  <a:lnTo>
                    <a:pt x="163728" y="271780"/>
                  </a:lnTo>
                  <a:lnTo>
                    <a:pt x="161833" y="270510"/>
                  </a:lnTo>
                  <a:close/>
                </a:path>
                <a:path w="826770" h="365759">
                  <a:moveTo>
                    <a:pt x="209895" y="264160"/>
                  </a:moveTo>
                  <a:lnTo>
                    <a:pt x="207559" y="264160"/>
                  </a:lnTo>
                  <a:lnTo>
                    <a:pt x="204157" y="265430"/>
                  </a:lnTo>
                  <a:lnTo>
                    <a:pt x="198633" y="269240"/>
                  </a:lnTo>
                  <a:lnTo>
                    <a:pt x="191078" y="269240"/>
                  </a:lnTo>
                  <a:lnTo>
                    <a:pt x="189213" y="271780"/>
                  </a:lnTo>
                  <a:lnTo>
                    <a:pt x="245617" y="271780"/>
                  </a:lnTo>
                  <a:lnTo>
                    <a:pt x="254151" y="269240"/>
                  </a:lnTo>
                  <a:lnTo>
                    <a:pt x="265999" y="266700"/>
                  </a:lnTo>
                  <a:lnTo>
                    <a:pt x="209609" y="266700"/>
                  </a:lnTo>
                  <a:lnTo>
                    <a:pt x="209245" y="265430"/>
                  </a:lnTo>
                  <a:lnTo>
                    <a:pt x="209895" y="264160"/>
                  </a:lnTo>
                  <a:close/>
                </a:path>
                <a:path w="826770" h="365759">
                  <a:moveTo>
                    <a:pt x="193389" y="259080"/>
                  </a:moveTo>
                  <a:lnTo>
                    <a:pt x="191959" y="259080"/>
                  </a:lnTo>
                  <a:lnTo>
                    <a:pt x="181764" y="260350"/>
                  </a:lnTo>
                  <a:lnTo>
                    <a:pt x="179452" y="260350"/>
                  </a:lnTo>
                  <a:lnTo>
                    <a:pt x="181842" y="261620"/>
                  </a:lnTo>
                  <a:lnTo>
                    <a:pt x="185423" y="266700"/>
                  </a:lnTo>
                  <a:lnTo>
                    <a:pt x="188146" y="267970"/>
                  </a:lnTo>
                  <a:lnTo>
                    <a:pt x="191155" y="267970"/>
                  </a:lnTo>
                  <a:lnTo>
                    <a:pt x="191804" y="269240"/>
                  </a:lnTo>
                  <a:lnTo>
                    <a:pt x="198633" y="269240"/>
                  </a:lnTo>
                  <a:lnTo>
                    <a:pt x="198401" y="267970"/>
                  </a:lnTo>
                  <a:lnTo>
                    <a:pt x="193389" y="259080"/>
                  </a:lnTo>
                  <a:close/>
                </a:path>
                <a:path w="826770" h="365759">
                  <a:moveTo>
                    <a:pt x="182384" y="266700"/>
                  </a:moveTo>
                  <a:lnTo>
                    <a:pt x="177272" y="266700"/>
                  </a:lnTo>
                  <a:lnTo>
                    <a:pt x="178547" y="267970"/>
                  </a:lnTo>
                  <a:lnTo>
                    <a:pt x="183266" y="267970"/>
                  </a:lnTo>
                  <a:lnTo>
                    <a:pt x="182384" y="266700"/>
                  </a:lnTo>
                  <a:close/>
                </a:path>
                <a:path w="826770" h="365759">
                  <a:moveTo>
                    <a:pt x="208649" y="255270"/>
                  </a:moveTo>
                  <a:lnTo>
                    <a:pt x="202989" y="255270"/>
                  </a:lnTo>
                  <a:lnTo>
                    <a:pt x="202911" y="259080"/>
                  </a:lnTo>
                  <a:lnTo>
                    <a:pt x="207142" y="261620"/>
                  </a:lnTo>
                  <a:lnTo>
                    <a:pt x="206522" y="262890"/>
                  </a:lnTo>
                  <a:lnTo>
                    <a:pt x="212749" y="262890"/>
                  </a:lnTo>
                  <a:lnTo>
                    <a:pt x="212749" y="265430"/>
                  </a:lnTo>
                  <a:lnTo>
                    <a:pt x="211843" y="266700"/>
                  </a:lnTo>
                  <a:lnTo>
                    <a:pt x="265999" y="266700"/>
                  </a:lnTo>
                  <a:lnTo>
                    <a:pt x="275300" y="265430"/>
                  </a:lnTo>
                  <a:lnTo>
                    <a:pt x="282678" y="265430"/>
                  </a:lnTo>
                  <a:lnTo>
                    <a:pt x="281891" y="264160"/>
                  </a:lnTo>
                  <a:lnTo>
                    <a:pt x="218171" y="264160"/>
                  </a:lnTo>
                  <a:lnTo>
                    <a:pt x="219172" y="261620"/>
                  </a:lnTo>
                  <a:lnTo>
                    <a:pt x="211813" y="261620"/>
                  </a:lnTo>
                  <a:lnTo>
                    <a:pt x="208905" y="259080"/>
                  </a:lnTo>
                  <a:lnTo>
                    <a:pt x="207815" y="259080"/>
                  </a:lnTo>
                  <a:lnTo>
                    <a:pt x="207458" y="257810"/>
                  </a:lnTo>
                  <a:lnTo>
                    <a:pt x="208649" y="255270"/>
                  </a:lnTo>
                  <a:close/>
                </a:path>
                <a:path w="826770" h="365759">
                  <a:moveTo>
                    <a:pt x="282678" y="265430"/>
                  </a:moveTo>
                  <a:lnTo>
                    <a:pt x="280455" y="265430"/>
                  </a:lnTo>
                  <a:lnTo>
                    <a:pt x="282714" y="266700"/>
                  </a:lnTo>
                  <a:lnTo>
                    <a:pt x="283465" y="266700"/>
                  </a:lnTo>
                  <a:lnTo>
                    <a:pt x="282678" y="265430"/>
                  </a:lnTo>
                  <a:close/>
                </a:path>
                <a:path w="826770" h="365759">
                  <a:moveTo>
                    <a:pt x="200266" y="256540"/>
                  </a:moveTo>
                  <a:lnTo>
                    <a:pt x="191650" y="256540"/>
                  </a:lnTo>
                  <a:lnTo>
                    <a:pt x="196816" y="257810"/>
                  </a:lnTo>
                  <a:lnTo>
                    <a:pt x="198710" y="265430"/>
                  </a:lnTo>
                  <a:lnTo>
                    <a:pt x="200212" y="265430"/>
                  </a:lnTo>
                  <a:lnTo>
                    <a:pt x="207559" y="264160"/>
                  </a:lnTo>
                  <a:lnTo>
                    <a:pt x="209895" y="264160"/>
                  </a:lnTo>
                  <a:lnTo>
                    <a:pt x="210544" y="262890"/>
                  </a:lnTo>
                  <a:lnTo>
                    <a:pt x="202810" y="262890"/>
                  </a:lnTo>
                  <a:lnTo>
                    <a:pt x="201302" y="261620"/>
                  </a:lnTo>
                  <a:lnTo>
                    <a:pt x="201302" y="257810"/>
                  </a:lnTo>
                  <a:lnTo>
                    <a:pt x="200266" y="256540"/>
                  </a:lnTo>
                  <a:close/>
                </a:path>
                <a:path w="826770" h="365759">
                  <a:moveTo>
                    <a:pt x="223933" y="261620"/>
                  </a:moveTo>
                  <a:lnTo>
                    <a:pt x="221651" y="261620"/>
                  </a:lnTo>
                  <a:lnTo>
                    <a:pt x="220328" y="262890"/>
                  </a:lnTo>
                  <a:lnTo>
                    <a:pt x="218403" y="264160"/>
                  </a:lnTo>
                  <a:lnTo>
                    <a:pt x="281891" y="264160"/>
                  </a:lnTo>
                  <a:lnTo>
                    <a:pt x="281105" y="262890"/>
                  </a:lnTo>
                  <a:lnTo>
                    <a:pt x="226817" y="262890"/>
                  </a:lnTo>
                  <a:lnTo>
                    <a:pt x="223933" y="261620"/>
                  </a:lnTo>
                  <a:close/>
                </a:path>
                <a:path w="826770" h="365759">
                  <a:moveTo>
                    <a:pt x="227985" y="259733"/>
                  </a:moveTo>
                  <a:lnTo>
                    <a:pt x="227985" y="261620"/>
                  </a:lnTo>
                  <a:lnTo>
                    <a:pt x="226817" y="262890"/>
                  </a:lnTo>
                  <a:lnTo>
                    <a:pt x="281105" y="262890"/>
                  </a:lnTo>
                  <a:lnTo>
                    <a:pt x="290619" y="260350"/>
                  </a:lnTo>
                  <a:lnTo>
                    <a:pt x="229409" y="260350"/>
                  </a:lnTo>
                  <a:lnTo>
                    <a:pt x="227985" y="259733"/>
                  </a:lnTo>
                  <a:close/>
                </a:path>
                <a:path w="826770" h="365759">
                  <a:moveTo>
                    <a:pt x="298414" y="259080"/>
                  </a:moveTo>
                  <a:lnTo>
                    <a:pt x="295376" y="259080"/>
                  </a:lnTo>
                  <a:lnTo>
                    <a:pt x="300125" y="262890"/>
                  </a:lnTo>
                  <a:lnTo>
                    <a:pt x="300542" y="261620"/>
                  </a:lnTo>
                  <a:lnTo>
                    <a:pt x="298414" y="259080"/>
                  </a:lnTo>
                  <a:close/>
                </a:path>
                <a:path w="826770" h="365759">
                  <a:moveTo>
                    <a:pt x="228914" y="245110"/>
                  </a:moveTo>
                  <a:lnTo>
                    <a:pt x="222974" y="245110"/>
                  </a:lnTo>
                  <a:lnTo>
                    <a:pt x="206886" y="250190"/>
                  </a:lnTo>
                  <a:lnTo>
                    <a:pt x="206004" y="250190"/>
                  </a:lnTo>
                  <a:lnTo>
                    <a:pt x="208208" y="252730"/>
                  </a:lnTo>
                  <a:lnTo>
                    <a:pt x="211217" y="255270"/>
                  </a:lnTo>
                  <a:lnTo>
                    <a:pt x="211337" y="256540"/>
                  </a:lnTo>
                  <a:lnTo>
                    <a:pt x="211456" y="257810"/>
                  </a:lnTo>
                  <a:lnTo>
                    <a:pt x="211575" y="259080"/>
                  </a:lnTo>
                  <a:lnTo>
                    <a:pt x="211694" y="260350"/>
                  </a:lnTo>
                  <a:lnTo>
                    <a:pt x="211813" y="261620"/>
                  </a:lnTo>
                  <a:lnTo>
                    <a:pt x="219172" y="261620"/>
                  </a:lnTo>
                  <a:lnTo>
                    <a:pt x="219673" y="260350"/>
                  </a:lnTo>
                  <a:lnTo>
                    <a:pt x="214018" y="260350"/>
                  </a:lnTo>
                  <a:lnTo>
                    <a:pt x="213321" y="259080"/>
                  </a:lnTo>
                  <a:lnTo>
                    <a:pt x="214721" y="255270"/>
                  </a:lnTo>
                  <a:lnTo>
                    <a:pt x="213994" y="254000"/>
                  </a:lnTo>
                  <a:lnTo>
                    <a:pt x="210854" y="251460"/>
                  </a:lnTo>
                  <a:lnTo>
                    <a:pt x="222223" y="251460"/>
                  </a:lnTo>
                  <a:lnTo>
                    <a:pt x="218487" y="250190"/>
                  </a:lnTo>
                  <a:lnTo>
                    <a:pt x="219470" y="248920"/>
                  </a:lnTo>
                  <a:lnTo>
                    <a:pt x="222270" y="247650"/>
                  </a:lnTo>
                  <a:lnTo>
                    <a:pt x="228914" y="245110"/>
                  </a:lnTo>
                  <a:close/>
                </a:path>
                <a:path w="826770" h="365759">
                  <a:moveTo>
                    <a:pt x="219678" y="257810"/>
                  </a:moveTo>
                  <a:lnTo>
                    <a:pt x="214018" y="260350"/>
                  </a:lnTo>
                  <a:lnTo>
                    <a:pt x="219673" y="260350"/>
                  </a:lnTo>
                  <a:lnTo>
                    <a:pt x="220173" y="259080"/>
                  </a:lnTo>
                  <a:lnTo>
                    <a:pt x="219678" y="257810"/>
                  </a:lnTo>
                  <a:close/>
                </a:path>
                <a:path w="826770" h="365759">
                  <a:moveTo>
                    <a:pt x="255465" y="250190"/>
                  </a:moveTo>
                  <a:lnTo>
                    <a:pt x="253130" y="250190"/>
                  </a:lnTo>
                  <a:lnTo>
                    <a:pt x="251884" y="251460"/>
                  </a:lnTo>
                  <a:lnTo>
                    <a:pt x="250871" y="252730"/>
                  </a:lnTo>
                  <a:lnTo>
                    <a:pt x="250871" y="255270"/>
                  </a:lnTo>
                  <a:lnTo>
                    <a:pt x="246718" y="256540"/>
                  </a:lnTo>
                  <a:lnTo>
                    <a:pt x="229409" y="260350"/>
                  </a:lnTo>
                  <a:lnTo>
                    <a:pt x="290619" y="260350"/>
                  </a:lnTo>
                  <a:lnTo>
                    <a:pt x="295376" y="259080"/>
                  </a:lnTo>
                  <a:lnTo>
                    <a:pt x="298414" y="259080"/>
                  </a:lnTo>
                  <a:lnTo>
                    <a:pt x="310820" y="255270"/>
                  </a:lnTo>
                  <a:lnTo>
                    <a:pt x="252975" y="255270"/>
                  </a:lnTo>
                  <a:lnTo>
                    <a:pt x="255465" y="250190"/>
                  </a:lnTo>
                  <a:close/>
                </a:path>
                <a:path w="826770" h="365759">
                  <a:moveTo>
                    <a:pt x="227985" y="259080"/>
                  </a:moveTo>
                  <a:lnTo>
                    <a:pt x="226477" y="259080"/>
                  </a:lnTo>
                  <a:lnTo>
                    <a:pt x="227985" y="259733"/>
                  </a:lnTo>
                  <a:lnTo>
                    <a:pt x="227985" y="259080"/>
                  </a:lnTo>
                  <a:close/>
                </a:path>
                <a:path w="826770" h="365759">
                  <a:moveTo>
                    <a:pt x="233431" y="246380"/>
                  </a:moveTo>
                  <a:lnTo>
                    <a:pt x="224272" y="247650"/>
                  </a:lnTo>
                  <a:lnTo>
                    <a:pt x="225333" y="254000"/>
                  </a:lnTo>
                  <a:lnTo>
                    <a:pt x="224606" y="256540"/>
                  </a:lnTo>
                  <a:lnTo>
                    <a:pt x="222116" y="257810"/>
                  </a:lnTo>
                  <a:lnTo>
                    <a:pt x="222586" y="259080"/>
                  </a:lnTo>
                  <a:lnTo>
                    <a:pt x="226477" y="259080"/>
                  </a:lnTo>
                  <a:lnTo>
                    <a:pt x="233794" y="256540"/>
                  </a:lnTo>
                  <a:lnTo>
                    <a:pt x="229331" y="256540"/>
                  </a:lnTo>
                  <a:lnTo>
                    <a:pt x="228628" y="255270"/>
                  </a:lnTo>
                  <a:lnTo>
                    <a:pt x="228628" y="251460"/>
                  </a:lnTo>
                  <a:lnTo>
                    <a:pt x="238551" y="251460"/>
                  </a:lnTo>
                  <a:lnTo>
                    <a:pt x="233431" y="246380"/>
                  </a:lnTo>
                  <a:close/>
                </a:path>
                <a:path w="826770" h="365759">
                  <a:moveTo>
                    <a:pt x="315700" y="255270"/>
                  </a:moveTo>
                  <a:lnTo>
                    <a:pt x="310820" y="255270"/>
                  </a:lnTo>
                  <a:lnTo>
                    <a:pt x="314866" y="257810"/>
                  </a:lnTo>
                  <a:lnTo>
                    <a:pt x="315700" y="257810"/>
                  </a:lnTo>
                  <a:lnTo>
                    <a:pt x="315700" y="255270"/>
                  </a:lnTo>
                  <a:close/>
                </a:path>
                <a:path w="826770" h="365759">
                  <a:moveTo>
                    <a:pt x="222223" y="251460"/>
                  </a:moveTo>
                  <a:lnTo>
                    <a:pt x="213368" y="251460"/>
                  </a:lnTo>
                  <a:lnTo>
                    <a:pt x="215656" y="252730"/>
                  </a:lnTo>
                  <a:lnTo>
                    <a:pt x="218797" y="255270"/>
                  </a:lnTo>
                  <a:lnTo>
                    <a:pt x="220584" y="256540"/>
                  </a:lnTo>
                  <a:lnTo>
                    <a:pt x="223337" y="256540"/>
                  </a:lnTo>
                  <a:lnTo>
                    <a:pt x="222223" y="251460"/>
                  </a:lnTo>
                  <a:close/>
                </a:path>
                <a:path w="826770" h="365759">
                  <a:moveTo>
                    <a:pt x="233901" y="254000"/>
                  </a:moveTo>
                  <a:lnTo>
                    <a:pt x="232108" y="254000"/>
                  </a:lnTo>
                  <a:lnTo>
                    <a:pt x="229331" y="256540"/>
                  </a:lnTo>
                  <a:lnTo>
                    <a:pt x="233794" y="256540"/>
                  </a:lnTo>
                  <a:lnTo>
                    <a:pt x="237453" y="255270"/>
                  </a:lnTo>
                  <a:lnTo>
                    <a:pt x="235790" y="255270"/>
                  </a:lnTo>
                  <a:lnTo>
                    <a:pt x="233901" y="254000"/>
                  </a:lnTo>
                  <a:close/>
                </a:path>
                <a:path w="826770" h="365759">
                  <a:moveTo>
                    <a:pt x="238551" y="251460"/>
                  </a:moveTo>
                  <a:lnTo>
                    <a:pt x="232757" y="251460"/>
                  </a:lnTo>
                  <a:lnTo>
                    <a:pt x="235093" y="254000"/>
                  </a:lnTo>
                  <a:lnTo>
                    <a:pt x="235790" y="255270"/>
                  </a:lnTo>
                  <a:lnTo>
                    <a:pt x="237453" y="255270"/>
                  </a:lnTo>
                  <a:lnTo>
                    <a:pt x="241111" y="254000"/>
                  </a:lnTo>
                  <a:lnTo>
                    <a:pt x="238551" y="251460"/>
                  </a:lnTo>
                  <a:close/>
                </a:path>
                <a:path w="826770" h="365759">
                  <a:moveTo>
                    <a:pt x="285382" y="246061"/>
                  </a:moveTo>
                  <a:lnTo>
                    <a:pt x="280223" y="248920"/>
                  </a:lnTo>
                  <a:lnTo>
                    <a:pt x="270517" y="250190"/>
                  </a:lnTo>
                  <a:lnTo>
                    <a:pt x="264445" y="251460"/>
                  </a:lnTo>
                  <a:lnTo>
                    <a:pt x="257956" y="254000"/>
                  </a:lnTo>
                  <a:lnTo>
                    <a:pt x="252975" y="255270"/>
                  </a:lnTo>
                  <a:lnTo>
                    <a:pt x="326157" y="255270"/>
                  </a:lnTo>
                  <a:lnTo>
                    <a:pt x="332002" y="252730"/>
                  </a:lnTo>
                  <a:lnTo>
                    <a:pt x="346272" y="248920"/>
                  </a:lnTo>
                  <a:lnTo>
                    <a:pt x="353857" y="247650"/>
                  </a:lnTo>
                  <a:lnTo>
                    <a:pt x="285985" y="247650"/>
                  </a:lnTo>
                  <a:lnTo>
                    <a:pt x="285181" y="246380"/>
                  </a:lnTo>
                  <a:lnTo>
                    <a:pt x="285382" y="246061"/>
                  </a:lnTo>
                  <a:close/>
                </a:path>
                <a:path w="826770" h="365759">
                  <a:moveTo>
                    <a:pt x="315670" y="220980"/>
                  </a:moveTo>
                  <a:lnTo>
                    <a:pt x="311803" y="220980"/>
                  </a:lnTo>
                  <a:lnTo>
                    <a:pt x="312506" y="222250"/>
                  </a:lnTo>
                  <a:lnTo>
                    <a:pt x="314580" y="223520"/>
                  </a:lnTo>
                  <a:lnTo>
                    <a:pt x="303759" y="228600"/>
                  </a:lnTo>
                  <a:lnTo>
                    <a:pt x="314890" y="228600"/>
                  </a:lnTo>
                  <a:lnTo>
                    <a:pt x="318942" y="229870"/>
                  </a:lnTo>
                  <a:lnTo>
                    <a:pt x="323196" y="233680"/>
                  </a:lnTo>
                  <a:lnTo>
                    <a:pt x="325639" y="234950"/>
                  </a:lnTo>
                  <a:lnTo>
                    <a:pt x="328934" y="236220"/>
                  </a:lnTo>
                  <a:lnTo>
                    <a:pt x="328022" y="237490"/>
                  </a:lnTo>
                  <a:lnTo>
                    <a:pt x="324751" y="237490"/>
                  </a:lnTo>
                  <a:lnTo>
                    <a:pt x="321873" y="238760"/>
                  </a:lnTo>
                  <a:lnTo>
                    <a:pt x="397052" y="238760"/>
                  </a:lnTo>
                  <a:lnTo>
                    <a:pt x="404786" y="242570"/>
                  </a:lnTo>
                  <a:lnTo>
                    <a:pt x="401074" y="243840"/>
                  </a:lnTo>
                  <a:lnTo>
                    <a:pt x="367623" y="250190"/>
                  </a:lnTo>
                  <a:lnTo>
                    <a:pt x="371961" y="250190"/>
                  </a:lnTo>
                  <a:lnTo>
                    <a:pt x="375101" y="251460"/>
                  </a:lnTo>
                  <a:lnTo>
                    <a:pt x="384545" y="250190"/>
                  </a:lnTo>
                  <a:lnTo>
                    <a:pt x="401312" y="246380"/>
                  </a:lnTo>
                  <a:lnTo>
                    <a:pt x="411174" y="243840"/>
                  </a:lnTo>
                  <a:lnTo>
                    <a:pt x="425188" y="242570"/>
                  </a:lnTo>
                  <a:lnTo>
                    <a:pt x="425498" y="241300"/>
                  </a:lnTo>
                  <a:lnTo>
                    <a:pt x="409898" y="241300"/>
                  </a:lnTo>
                  <a:lnTo>
                    <a:pt x="406580" y="240030"/>
                  </a:lnTo>
                  <a:lnTo>
                    <a:pt x="402087" y="238760"/>
                  </a:lnTo>
                  <a:lnTo>
                    <a:pt x="404661" y="237490"/>
                  </a:lnTo>
                  <a:lnTo>
                    <a:pt x="412496" y="236220"/>
                  </a:lnTo>
                  <a:lnTo>
                    <a:pt x="332771" y="236220"/>
                  </a:lnTo>
                  <a:lnTo>
                    <a:pt x="324781" y="232410"/>
                  </a:lnTo>
                  <a:lnTo>
                    <a:pt x="323792" y="231140"/>
                  </a:lnTo>
                  <a:lnTo>
                    <a:pt x="324572" y="228600"/>
                  </a:lnTo>
                  <a:lnTo>
                    <a:pt x="325430" y="227330"/>
                  </a:lnTo>
                  <a:lnTo>
                    <a:pt x="326181" y="226060"/>
                  </a:lnTo>
                  <a:lnTo>
                    <a:pt x="338611" y="226060"/>
                  </a:lnTo>
                  <a:lnTo>
                    <a:pt x="339338" y="224790"/>
                  </a:lnTo>
                  <a:lnTo>
                    <a:pt x="343011" y="223520"/>
                  </a:lnTo>
                  <a:lnTo>
                    <a:pt x="318524" y="223520"/>
                  </a:lnTo>
                  <a:lnTo>
                    <a:pt x="316397" y="222250"/>
                  </a:lnTo>
                  <a:lnTo>
                    <a:pt x="315670" y="220980"/>
                  </a:lnTo>
                  <a:close/>
                </a:path>
                <a:path w="826770" h="365759">
                  <a:moveTo>
                    <a:pt x="278066" y="232410"/>
                  </a:moveTo>
                  <a:lnTo>
                    <a:pt x="276016" y="233680"/>
                  </a:lnTo>
                  <a:lnTo>
                    <a:pt x="276433" y="234950"/>
                  </a:lnTo>
                  <a:lnTo>
                    <a:pt x="274330" y="236220"/>
                  </a:lnTo>
                  <a:lnTo>
                    <a:pt x="268723" y="237490"/>
                  </a:lnTo>
                  <a:lnTo>
                    <a:pt x="262473" y="238760"/>
                  </a:lnTo>
                  <a:lnTo>
                    <a:pt x="257616" y="240030"/>
                  </a:lnTo>
                  <a:lnTo>
                    <a:pt x="252790" y="242570"/>
                  </a:lnTo>
                  <a:lnTo>
                    <a:pt x="247368" y="243840"/>
                  </a:lnTo>
                  <a:lnTo>
                    <a:pt x="242696" y="243840"/>
                  </a:lnTo>
                  <a:lnTo>
                    <a:pt x="246718" y="246380"/>
                  </a:lnTo>
                  <a:lnTo>
                    <a:pt x="247159" y="247650"/>
                  </a:lnTo>
                  <a:lnTo>
                    <a:pt x="245449" y="247650"/>
                  </a:lnTo>
                  <a:lnTo>
                    <a:pt x="248482" y="250190"/>
                  </a:lnTo>
                  <a:lnTo>
                    <a:pt x="250508" y="250190"/>
                  </a:lnTo>
                  <a:lnTo>
                    <a:pt x="252403" y="248920"/>
                  </a:lnTo>
                  <a:lnTo>
                    <a:pt x="252015" y="247650"/>
                  </a:lnTo>
                  <a:lnTo>
                    <a:pt x="248875" y="246380"/>
                  </a:lnTo>
                  <a:lnTo>
                    <a:pt x="248768" y="245110"/>
                  </a:lnTo>
                  <a:lnTo>
                    <a:pt x="257956" y="245110"/>
                  </a:lnTo>
                  <a:lnTo>
                    <a:pt x="259696" y="242570"/>
                  </a:lnTo>
                  <a:lnTo>
                    <a:pt x="259982" y="241300"/>
                  </a:lnTo>
                  <a:lnTo>
                    <a:pt x="271839" y="241300"/>
                  </a:lnTo>
                  <a:lnTo>
                    <a:pt x="267430" y="240030"/>
                  </a:lnTo>
                  <a:lnTo>
                    <a:pt x="284531" y="240030"/>
                  </a:lnTo>
                  <a:lnTo>
                    <a:pt x="283256" y="236220"/>
                  </a:lnTo>
                  <a:lnTo>
                    <a:pt x="290944" y="236220"/>
                  </a:lnTo>
                  <a:lnTo>
                    <a:pt x="290418" y="233680"/>
                  </a:lnTo>
                  <a:lnTo>
                    <a:pt x="285127" y="233680"/>
                  </a:lnTo>
                  <a:lnTo>
                    <a:pt x="278066" y="232410"/>
                  </a:lnTo>
                  <a:close/>
                </a:path>
                <a:path w="826770" h="365759">
                  <a:moveTo>
                    <a:pt x="255663" y="249786"/>
                  </a:moveTo>
                  <a:lnTo>
                    <a:pt x="255465" y="250190"/>
                  </a:lnTo>
                  <a:lnTo>
                    <a:pt x="255853" y="250190"/>
                  </a:lnTo>
                  <a:lnTo>
                    <a:pt x="255663" y="249786"/>
                  </a:lnTo>
                  <a:close/>
                </a:path>
                <a:path w="826770" h="365759">
                  <a:moveTo>
                    <a:pt x="564218" y="220980"/>
                  </a:moveTo>
                  <a:lnTo>
                    <a:pt x="559636" y="220980"/>
                  </a:lnTo>
                  <a:lnTo>
                    <a:pt x="560858" y="222250"/>
                  </a:lnTo>
                  <a:lnTo>
                    <a:pt x="560131" y="223520"/>
                  </a:lnTo>
                  <a:lnTo>
                    <a:pt x="557640" y="224790"/>
                  </a:lnTo>
                  <a:lnTo>
                    <a:pt x="555334" y="224790"/>
                  </a:lnTo>
                  <a:lnTo>
                    <a:pt x="537083" y="227330"/>
                  </a:lnTo>
                  <a:lnTo>
                    <a:pt x="438678" y="243840"/>
                  </a:lnTo>
                  <a:lnTo>
                    <a:pt x="435538" y="245110"/>
                  </a:lnTo>
                  <a:lnTo>
                    <a:pt x="431307" y="246380"/>
                  </a:lnTo>
                  <a:lnTo>
                    <a:pt x="427238" y="246380"/>
                  </a:lnTo>
                  <a:lnTo>
                    <a:pt x="425266" y="247650"/>
                  </a:lnTo>
                  <a:lnTo>
                    <a:pt x="424926" y="248920"/>
                  </a:lnTo>
                  <a:lnTo>
                    <a:pt x="424509" y="250190"/>
                  </a:lnTo>
                  <a:lnTo>
                    <a:pt x="428793" y="248920"/>
                  </a:lnTo>
                  <a:lnTo>
                    <a:pt x="436241" y="247650"/>
                  </a:lnTo>
                  <a:lnTo>
                    <a:pt x="468369" y="242570"/>
                  </a:lnTo>
                  <a:lnTo>
                    <a:pt x="518108" y="233680"/>
                  </a:lnTo>
                  <a:lnTo>
                    <a:pt x="592592" y="222250"/>
                  </a:lnTo>
                  <a:lnTo>
                    <a:pt x="563325" y="222250"/>
                  </a:lnTo>
                  <a:lnTo>
                    <a:pt x="564218" y="220980"/>
                  </a:lnTo>
                  <a:close/>
                </a:path>
                <a:path w="826770" h="365759">
                  <a:moveTo>
                    <a:pt x="257956" y="245110"/>
                  </a:moveTo>
                  <a:lnTo>
                    <a:pt x="253463" y="245110"/>
                  </a:lnTo>
                  <a:lnTo>
                    <a:pt x="255663" y="249786"/>
                  </a:lnTo>
                  <a:lnTo>
                    <a:pt x="257956" y="245110"/>
                  </a:lnTo>
                  <a:close/>
                </a:path>
                <a:path w="826770" h="365759">
                  <a:moveTo>
                    <a:pt x="305964" y="232410"/>
                  </a:moveTo>
                  <a:lnTo>
                    <a:pt x="303944" y="232410"/>
                  </a:lnTo>
                  <a:lnTo>
                    <a:pt x="300774" y="234950"/>
                  </a:lnTo>
                  <a:lnTo>
                    <a:pt x="298647" y="236220"/>
                  </a:lnTo>
                  <a:lnTo>
                    <a:pt x="304695" y="236220"/>
                  </a:lnTo>
                  <a:lnTo>
                    <a:pt x="305994" y="238760"/>
                  </a:lnTo>
                  <a:lnTo>
                    <a:pt x="308663" y="241300"/>
                  </a:lnTo>
                  <a:lnTo>
                    <a:pt x="307549" y="242570"/>
                  </a:lnTo>
                  <a:lnTo>
                    <a:pt x="298546" y="243840"/>
                  </a:lnTo>
                  <a:lnTo>
                    <a:pt x="294887" y="245110"/>
                  </a:lnTo>
                  <a:lnTo>
                    <a:pt x="290263" y="246380"/>
                  </a:lnTo>
                  <a:lnTo>
                    <a:pt x="285985" y="247650"/>
                  </a:lnTo>
                  <a:lnTo>
                    <a:pt x="353857" y="247650"/>
                  </a:lnTo>
                  <a:lnTo>
                    <a:pt x="361442" y="246380"/>
                  </a:lnTo>
                  <a:lnTo>
                    <a:pt x="372634" y="246380"/>
                  </a:lnTo>
                  <a:lnTo>
                    <a:pt x="370870" y="243840"/>
                  </a:lnTo>
                  <a:lnTo>
                    <a:pt x="372324" y="242570"/>
                  </a:lnTo>
                  <a:lnTo>
                    <a:pt x="311750" y="242570"/>
                  </a:lnTo>
                  <a:lnTo>
                    <a:pt x="309027" y="238760"/>
                  </a:lnTo>
                  <a:lnTo>
                    <a:pt x="305964" y="234950"/>
                  </a:lnTo>
                  <a:lnTo>
                    <a:pt x="305964" y="232410"/>
                  </a:lnTo>
                  <a:close/>
                </a:path>
                <a:path w="826770" h="365759">
                  <a:moveTo>
                    <a:pt x="287099" y="245110"/>
                  </a:moveTo>
                  <a:lnTo>
                    <a:pt x="285985" y="245110"/>
                  </a:lnTo>
                  <a:lnTo>
                    <a:pt x="285382" y="246061"/>
                  </a:lnTo>
                  <a:lnTo>
                    <a:pt x="287099" y="245110"/>
                  </a:lnTo>
                  <a:close/>
                </a:path>
                <a:path w="826770" h="365759">
                  <a:moveTo>
                    <a:pt x="284531" y="240030"/>
                  </a:moveTo>
                  <a:lnTo>
                    <a:pt x="279472" y="240030"/>
                  </a:lnTo>
                  <a:lnTo>
                    <a:pt x="279472" y="243840"/>
                  </a:lnTo>
                  <a:lnTo>
                    <a:pt x="280378" y="245110"/>
                  </a:lnTo>
                  <a:lnTo>
                    <a:pt x="285985" y="245110"/>
                  </a:lnTo>
                  <a:lnTo>
                    <a:pt x="286789" y="243840"/>
                  </a:lnTo>
                  <a:lnTo>
                    <a:pt x="285908" y="243840"/>
                  </a:lnTo>
                  <a:lnTo>
                    <a:pt x="283882" y="242570"/>
                  </a:lnTo>
                  <a:lnTo>
                    <a:pt x="281468" y="242570"/>
                  </a:lnTo>
                  <a:lnTo>
                    <a:pt x="283959" y="241300"/>
                  </a:lnTo>
                  <a:lnTo>
                    <a:pt x="284531" y="240030"/>
                  </a:lnTo>
                  <a:close/>
                </a:path>
                <a:path w="826770" h="365759">
                  <a:moveTo>
                    <a:pt x="290944" y="236220"/>
                  </a:moveTo>
                  <a:lnTo>
                    <a:pt x="284060" y="236220"/>
                  </a:lnTo>
                  <a:lnTo>
                    <a:pt x="286789" y="238760"/>
                  </a:lnTo>
                  <a:lnTo>
                    <a:pt x="291717" y="245110"/>
                  </a:lnTo>
                  <a:lnTo>
                    <a:pt x="292521" y="243840"/>
                  </a:lnTo>
                  <a:lnTo>
                    <a:pt x="290944" y="236220"/>
                  </a:lnTo>
                  <a:close/>
                </a:path>
                <a:path w="826770" h="365759">
                  <a:moveTo>
                    <a:pt x="271839" y="241300"/>
                  </a:moveTo>
                  <a:lnTo>
                    <a:pt x="261329" y="241300"/>
                  </a:lnTo>
                  <a:lnTo>
                    <a:pt x="263456" y="243840"/>
                  </a:lnTo>
                  <a:lnTo>
                    <a:pt x="267090" y="243840"/>
                  </a:lnTo>
                  <a:lnTo>
                    <a:pt x="276433" y="242570"/>
                  </a:lnTo>
                  <a:lnTo>
                    <a:pt x="271839" y="241300"/>
                  </a:lnTo>
                  <a:close/>
                </a:path>
                <a:path w="826770" h="365759">
                  <a:moveTo>
                    <a:pt x="314890" y="228600"/>
                  </a:moveTo>
                  <a:lnTo>
                    <a:pt x="292474" y="228600"/>
                  </a:lnTo>
                  <a:lnTo>
                    <a:pt x="289822" y="229870"/>
                  </a:lnTo>
                  <a:lnTo>
                    <a:pt x="290394" y="231140"/>
                  </a:lnTo>
                  <a:lnTo>
                    <a:pt x="291044" y="231140"/>
                  </a:lnTo>
                  <a:lnTo>
                    <a:pt x="289149" y="232410"/>
                  </a:lnTo>
                  <a:lnTo>
                    <a:pt x="311881" y="232410"/>
                  </a:lnTo>
                  <a:lnTo>
                    <a:pt x="311881" y="234950"/>
                  </a:lnTo>
                  <a:lnTo>
                    <a:pt x="312429" y="236220"/>
                  </a:lnTo>
                  <a:lnTo>
                    <a:pt x="313049" y="238760"/>
                  </a:lnTo>
                  <a:lnTo>
                    <a:pt x="314425" y="242570"/>
                  </a:lnTo>
                  <a:lnTo>
                    <a:pt x="372324" y="242570"/>
                  </a:lnTo>
                  <a:lnTo>
                    <a:pt x="379897" y="243840"/>
                  </a:lnTo>
                  <a:lnTo>
                    <a:pt x="381768" y="243840"/>
                  </a:lnTo>
                  <a:lnTo>
                    <a:pt x="381095" y="242570"/>
                  </a:lnTo>
                  <a:lnTo>
                    <a:pt x="380368" y="241300"/>
                  </a:lnTo>
                  <a:lnTo>
                    <a:pt x="392867" y="241300"/>
                  </a:lnTo>
                  <a:lnTo>
                    <a:pt x="391552" y="238760"/>
                  </a:lnTo>
                  <a:lnTo>
                    <a:pt x="319514" y="238760"/>
                  </a:lnTo>
                  <a:lnTo>
                    <a:pt x="319514" y="236220"/>
                  </a:lnTo>
                  <a:lnTo>
                    <a:pt x="318006" y="236220"/>
                  </a:lnTo>
                  <a:lnTo>
                    <a:pt x="316189" y="234950"/>
                  </a:lnTo>
                  <a:lnTo>
                    <a:pt x="313805" y="234950"/>
                  </a:lnTo>
                  <a:lnTo>
                    <a:pt x="316552" y="233680"/>
                  </a:lnTo>
                  <a:lnTo>
                    <a:pt x="317148" y="232410"/>
                  </a:lnTo>
                  <a:lnTo>
                    <a:pt x="314890" y="228600"/>
                  </a:lnTo>
                  <a:close/>
                </a:path>
                <a:path w="826770" h="365759">
                  <a:moveTo>
                    <a:pt x="392867" y="241300"/>
                  </a:moveTo>
                  <a:lnTo>
                    <a:pt x="382597" y="241300"/>
                  </a:lnTo>
                  <a:lnTo>
                    <a:pt x="391135" y="242570"/>
                  </a:lnTo>
                  <a:lnTo>
                    <a:pt x="393524" y="242570"/>
                  </a:lnTo>
                  <a:lnTo>
                    <a:pt x="392867" y="241300"/>
                  </a:lnTo>
                  <a:close/>
                </a:path>
                <a:path w="826770" h="365759">
                  <a:moveTo>
                    <a:pt x="411483" y="237490"/>
                  </a:moveTo>
                  <a:lnTo>
                    <a:pt x="410780" y="237490"/>
                  </a:lnTo>
                  <a:lnTo>
                    <a:pt x="412937" y="238760"/>
                  </a:lnTo>
                  <a:lnTo>
                    <a:pt x="415351" y="241300"/>
                  </a:lnTo>
                  <a:lnTo>
                    <a:pt x="425498" y="241300"/>
                  </a:lnTo>
                  <a:lnTo>
                    <a:pt x="411483" y="237490"/>
                  </a:lnTo>
                  <a:close/>
                </a:path>
                <a:path w="826770" h="365759">
                  <a:moveTo>
                    <a:pt x="746668" y="238760"/>
                  </a:moveTo>
                  <a:lnTo>
                    <a:pt x="744255" y="238760"/>
                  </a:lnTo>
                  <a:lnTo>
                    <a:pt x="746359" y="240030"/>
                  </a:lnTo>
                  <a:lnTo>
                    <a:pt x="746668" y="238760"/>
                  </a:lnTo>
                  <a:close/>
                </a:path>
                <a:path w="826770" h="365759">
                  <a:moveTo>
                    <a:pt x="281647" y="229870"/>
                  </a:moveTo>
                  <a:lnTo>
                    <a:pt x="281051" y="229870"/>
                  </a:lnTo>
                  <a:lnTo>
                    <a:pt x="283286" y="232410"/>
                  </a:lnTo>
                  <a:lnTo>
                    <a:pt x="285568" y="233680"/>
                  </a:lnTo>
                  <a:lnTo>
                    <a:pt x="290656" y="233680"/>
                  </a:lnTo>
                  <a:lnTo>
                    <a:pt x="295066" y="236220"/>
                  </a:lnTo>
                  <a:lnTo>
                    <a:pt x="298105" y="237490"/>
                  </a:lnTo>
                  <a:lnTo>
                    <a:pt x="302174" y="236220"/>
                  </a:lnTo>
                  <a:lnTo>
                    <a:pt x="296543" y="236220"/>
                  </a:lnTo>
                  <a:lnTo>
                    <a:pt x="296984" y="234950"/>
                  </a:lnTo>
                  <a:lnTo>
                    <a:pt x="300125" y="232410"/>
                  </a:lnTo>
                  <a:lnTo>
                    <a:pt x="289149" y="232410"/>
                  </a:lnTo>
                  <a:lnTo>
                    <a:pt x="285955" y="231140"/>
                  </a:lnTo>
                  <a:lnTo>
                    <a:pt x="281647" y="229870"/>
                  </a:lnTo>
                  <a:close/>
                </a:path>
                <a:path w="826770" h="365759">
                  <a:moveTo>
                    <a:pt x="334434" y="218440"/>
                  </a:moveTo>
                  <a:lnTo>
                    <a:pt x="332670" y="219710"/>
                  </a:lnTo>
                  <a:lnTo>
                    <a:pt x="331216" y="220980"/>
                  </a:lnTo>
                  <a:lnTo>
                    <a:pt x="328982" y="222250"/>
                  </a:lnTo>
                  <a:lnTo>
                    <a:pt x="349694" y="222250"/>
                  </a:lnTo>
                  <a:lnTo>
                    <a:pt x="344319" y="226060"/>
                  </a:lnTo>
                  <a:lnTo>
                    <a:pt x="348424" y="226060"/>
                  </a:lnTo>
                  <a:lnTo>
                    <a:pt x="348734" y="228600"/>
                  </a:lnTo>
                  <a:lnTo>
                    <a:pt x="346655" y="231140"/>
                  </a:lnTo>
                  <a:lnTo>
                    <a:pt x="344682" y="234950"/>
                  </a:lnTo>
                  <a:lnTo>
                    <a:pt x="332771" y="236220"/>
                  </a:lnTo>
                  <a:lnTo>
                    <a:pt x="412496" y="236220"/>
                  </a:lnTo>
                  <a:lnTo>
                    <a:pt x="420332" y="234950"/>
                  </a:lnTo>
                  <a:lnTo>
                    <a:pt x="432011" y="234950"/>
                  </a:lnTo>
                  <a:lnTo>
                    <a:pt x="432011" y="232410"/>
                  </a:lnTo>
                  <a:lnTo>
                    <a:pt x="441562" y="232410"/>
                  </a:lnTo>
                  <a:lnTo>
                    <a:pt x="441562" y="229870"/>
                  </a:lnTo>
                  <a:lnTo>
                    <a:pt x="354264" y="229870"/>
                  </a:lnTo>
                  <a:lnTo>
                    <a:pt x="351040" y="227330"/>
                  </a:lnTo>
                  <a:lnTo>
                    <a:pt x="349825" y="220980"/>
                  </a:lnTo>
                  <a:lnTo>
                    <a:pt x="360204" y="220980"/>
                  </a:lnTo>
                  <a:lnTo>
                    <a:pt x="360204" y="219710"/>
                  </a:lnTo>
                  <a:lnTo>
                    <a:pt x="335864" y="219710"/>
                  </a:lnTo>
                  <a:lnTo>
                    <a:pt x="334434" y="218440"/>
                  </a:lnTo>
                  <a:close/>
                </a:path>
                <a:path w="826770" h="365759">
                  <a:moveTo>
                    <a:pt x="432011" y="234950"/>
                  </a:moveTo>
                  <a:lnTo>
                    <a:pt x="427285" y="234950"/>
                  </a:lnTo>
                  <a:lnTo>
                    <a:pt x="430741" y="236220"/>
                  </a:lnTo>
                  <a:lnTo>
                    <a:pt x="432011" y="234950"/>
                  </a:lnTo>
                  <a:close/>
                </a:path>
                <a:path w="826770" h="365759">
                  <a:moveTo>
                    <a:pt x="441562" y="232410"/>
                  </a:moveTo>
                  <a:lnTo>
                    <a:pt x="433643" y="232410"/>
                  </a:lnTo>
                  <a:lnTo>
                    <a:pt x="439798" y="233680"/>
                  </a:lnTo>
                  <a:lnTo>
                    <a:pt x="441562" y="233680"/>
                  </a:lnTo>
                  <a:lnTo>
                    <a:pt x="441562" y="232410"/>
                  </a:lnTo>
                  <a:close/>
                </a:path>
                <a:path w="826770" h="365759">
                  <a:moveTo>
                    <a:pt x="343008" y="228600"/>
                  </a:moveTo>
                  <a:lnTo>
                    <a:pt x="338277" y="228600"/>
                  </a:lnTo>
                  <a:lnTo>
                    <a:pt x="343544" y="231140"/>
                  </a:lnTo>
                  <a:lnTo>
                    <a:pt x="344009" y="231140"/>
                  </a:lnTo>
                  <a:lnTo>
                    <a:pt x="343008" y="228600"/>
                  </a:lnTo>
                  <a:close/>
                </a:path>
                <a:path w="826770" h="365759">
                  <a:moveTo>
                    <a:pt x="360204" y="220980"/>
                  </a:moveTo>
                  <a:lnTo>
                    <a:pt x="349825" y="220980"/>
                  </a:lnTo>
                  <a:lnTo>
                    <a:pt x="353739" y="222250"/>
                  </a:lnTo>
                  <a:lnTo>
                    <a:pt x="355712" y="227330"/>
                  </a:lnTo>
                  <a:lnTo>
                    <a:pt x="355873" y="228600"/>
                  </a:lnTo>
                  <a:lnTo>
                    <a:pt x="355455" y="228600"/>
                  </a:lnTo>
                  <a:lnTo>
                    <a:pt x="354264" y="229870"/>
                  </a:lnTo>
                  <a:lnTo>
                    <a:pt x="443582" y="229870"/>
                  </a:lnTo>
                  <a:lnTo>
                    <a:pt x="451471" y="231140"/>
                  </a:lnTo>
                  <a:lnTo>
                    <a:pt x="452770" y="231140"/>
                  </a:lnTo>
                  <a:lnTo>
                    <a:pt x="450875" y="228600"/>
                  </a:lnTo>
                  <a:lnTo>
                    <a:pt x="452252" y="227330"/>
                  </a:lnTo>
                  <a:lnTo>
                    <a:pt x="360204" y="227330"/>
                  </a:lnTo>
                  <a:lnTo>
                    <a:pt x="360204" y="220980"/>
                  </a:lnTo>
                  <a:close/>
                </a:path>
                <a:path w="826770" h="365759">
                  <a:moveTo>
                    <a:pt x="341024" y="226060"/>
                  </a:moveTo>
                  <a:lnTo>
                    <a:pt x="326181" y="226060"/>
                  </a:lnTo>
                  <a:lnTo>
                    <a:pt x="327170" y="228600"/>
                  </a:lnTo>
                  <a:lnTo>
                    <a:pt x="327999" y="229870"/>
                  </a:lnTo>
                  <a:lnTo>
                    <a:pt x="330233" y="229870"/>
                  </a:lnTo>
                  <a:lnTo>
                    <a:pt x="332563" y="228600"/>
                  </a:lnTo>
                  <a:lnTo>
                    <a:pt x="343008" y="228600"/>
                  </a:lnTo>
                  <a:lnTo>
                    <a:pt x="342508" y="227330"/>
                  </a:lnTo>
                  <a:lnTo>
                    <a:pt x="341024" y="226060"/>
                  </a:lnTo>
                  <a:close/>
                </a:path>
                <a:path w="826770" h="365759">
                  <a:moveTo>
                    <a:pt x="399626" y="214630"/>
                  </a:moveTo>
                  <a:lnTo>
                    <a:pt x="347334" y="214630"/>
                  </a:lnTo>
                  <a:lnTo>
                    <a:pt x="347900" y="215900"/>
                  </a:lnTo>
                  <a:lnTo>
                    <a:pt x="346631" y="217170"/>
                  </a:lnTo>
                  <a:lnTo>
                    <a:pt x="396486" y="217170"/>
                  </a:lnTo>
                  <a:lnTo>
                    <a:pt x="394382" y="218440"/>
                  </a:lnTo>
                  <a:lnTo>
                    <a:pt x="393447" y="219710"/>
                  </a:lnTo>
                  <a:lnTo>
                    <a:pt x="386726" y="222250"/>
                  </a:lnTo>
                  <a:lnTo>
                    <a:pt x="362749" y="227330"/>
                  </a:lnTo>
                  <a:lnTo>
                    <a:pt x="452252" y="227330"/>
                  </a:lnTo>
                  <a:lnTo>
                    <a:pt x="460296" y="229870"/>
                  </a:lnTo>
                  <a:lnTo>
                    <a:pt x="462530" y="228600"/>
                  </a:lnTo>
                  <a:lnTo>
                    <a:pt x="462530" y="226060"/>
                  </a:lnTo>
                  <a:lnTo>
                    <a:pt x="472624" y="226060"/>
                  </a:lnTo>
                  <a:lnTo>
                    <a:pt x="471897" y="224790"/>
                  </a:lnTo>
                  <a:lnTo>
                    <a:pt x="474131" y="223520"/>
                  </a:lnTo>
                  <a:lnTo>
                    <a:pt x="485393" y="223520"/>
                  </a:lnTo>
                  <a:lnTo>
                    <a:pt x="485393" y="222250"/>
                  </a:lnTo>
                  <a:lnTo>
                    <a:pt x="496839" y="222250"/>
                  </a:lnTo>
                  <a:lnTo>
                    <a:pt x="496839" y="220980"/>
                  </a:lnTo>
                  <a:lnTo>
                    <a:pt x="508280" y="220980"/>
                  </a:lnTo>
                  <a:lnTo>
                    <a:pt x="508280" y="218440"/>
                  </a:lnTo>
                  <a:lnTo>
                    <a:pt x="397701" y="218440"/>
                  </a:lnTo>
                  <a:lnTo>
                    <a:pt x="397701" y="215900"/>
                  </a:lnTo>
                  <a:lnTo>
                    <a:pt x="399626" y="214630"/>
                  </a:lnTo>
                  <a:close/>
                </a:path>
                <a:path w="826770" h="365759">
                  <a:moveTo>
                    <a:pt x="473297" y="226060"/>
                  </a:moveTo>
                  <a:lnTo>
                    <a:pt x="464866" y="226060"/>
                  </a:lnTo>
                  <a:lnTo>
                    <a:pt x="471510" y="227330"/>
                  </a:lnTo>
                  <a:lnTo>
                    <a:pt x="473297" y="226060"/>
                  </a:lnTo>
                  <a:close/>
                </a:path>
                <a:path w="826770" h="365759">
                  <a:moveTo>
                    <a:pt x="485393" y="223520"/>
                  </a:moveTo>
                  <a:lnTo>
                    <a:pt x="474131" y="223520"/>
                  </a:lnTo>
                  <a:lnTo>
                    <a:pt x="482795" y="226060"/>
                  </a:lnTo>
                  <a:lnTo>
                    <a:pt x="485393" y="224790"/>
                  </a:lnTo>
                  <a:lnTo>
                    <a:pt x="485393" y="223520"/>
                  </a:lnTo>
                  <a:close/>
                </a:path>
                <a:path w="826770" h="365759">
                  <a:moveTo>
                    <a:pt x="409797" y="200660"/>
                  </a:moveTo>
                  <a:lnTo>
                    <a:pt x="408033" y="200660"/>
                  </a:lnTo>
                  <a:lnTo>
                    <a:pt x="402243" y="203200"/>
                  </a:lnTo>
                  <a:lnTo>
                    <a:pt x="388120" y="207010"/>
                  </a:lnTo>
                  <a:lnTo>
                    <a:pt x="373268" y="209550"/>
                  </a:lnTo>
                  <a:lnTo>
                    <a:pt x="363917" y="209550"/>
                  </a:lnTo>
                  <a:lnTo>
                    <a:pt x="365549" y="214630"/>
                  </a:lnTo>
                  <a:lnTo>
                    <a:pt x="539735" y="214630"/>
                  </a:lnTo>
                  <a:lnTo>
                    <a:pt x="529015" y="219710"/>
                  </a:lnTo>
                  <a:lnTo>
                    <a:pt x="529766" y="224790"/>
                  </a:lnTo>
                  <a:lnTo>
                    <a:pt x="536410" y="223520"/>
                  </a:lnTo>
                  <a:lnTo>
                    <a:pt x="546624" y="222250"/>
                  </a:lnTo>
                  <a:lnTo>
                    <a:pt x="554629" y="220980"/>
                  </a:lnTo>
                  <a:lnTo>
                    <a:pt x="564218" y="220980"/>
                  </a:lnTo>
                  <a:lnTo>
                    <a:pt x="565112" y="219710"/>
                  </a:lnTo>
                  <a:lnTo>
                    <a:pt x="566882" y="218440"/>
                  </a:lnTo>
                  <a:lnTo>
                    <a:pt x="619323" y="218440"/>
                  </a:lnTo>
                  <a:lnTo>
                    <a:pt x="626282" y="217170"/>
                  </a:lnTo>
                  <a:lnTo>
                    <a:pt x="539109" y="217170"/>
                  </a:lnTo>
                  <a:lnTo>
                    <a:pt x="544174" y="213360"/>
                  </a:lnTo>
                  <a:lnTo>
                    <a:pt x="559017" y="213360"/>
                  </a:lnTo>
                  <a:lnTo>
                    <a:pt x="558522" y="212090"/>
                  </a:lnTo>
                  <a:lnTo>
                    <a:pt x="559797" y="212090"/>
                  </a:lnTo>
                  <a:lnTo>
                    <a:pt x="563843" y="210820"/>
                  </a:lnTo>
                  <a:lnTo>
                    <a:pt x="778058" y="210820"/>
                  </a:lnTo>
                  <a:lnTo>
                    <a:pt x="785006" y="205740"/>
                  </a:lnTo>
                  <a:lnTo>
                    <a:pt x="792350" y="201930"/>
                  </a:lnTo>
                  <a:lnTo>
                    <a:pt x="417478" y="201930"/>
                  </a:lnTo>
                  <a:lnTo>
                    <a:pt x="409797" y="200660"/>
                  </a:lnTo>
                  <a:close/>
                </a:path>
                <a:path w="826770" h="365759">
                  <a:moveTo>
                    <a:pt x="324989" y="220980"/>
                  </a:moveTo>
                  <a:lnTo>
                    <a:pt x="323327" y="220980"/>
                  </a:lnTo>
                  <a:lnTo>
                    <a:pt x="323327" y="223520"/>
                  </a:lnTo>
                  <a:lnTo>
                    <a:pt x="343011" y="223520"/>
                  </a:lnTo>
                  <a:lnTo>
                    <a:pt x="346684" y="222250"/>
                  </a:lnTo>
                  <a:lnTo>
                    <a:pt x="328982" y="222250"/>
                  </a:lnTo>
                  <a:lnTo>
                    <a:pt x="324989" y="220980"/>
                  </a:lnTo>
                  <a:close/>
                </a:path>
                <a:path w="826770" h="365759">
                  <a:moveTo>
                    <a:pt x="380469" y="217170"/>
                  </a:moveTo>
                  <a:lnTo>
                    <a:pt x="340219" y="217170"/>
                  </a:lnTo>
                  <a:lnTo>
                    <a:pt x="338974" y="219710"/>
                  </a:lnTo>
                  <a:lnTo>
                    <a:pt x="362594" y="219710"/>
                  </a:lnTo>
                  <a:lnTo>
                    <a:pt x="365239" y="223520"/>
                  </a:lnTo>
                  <a:lnTo>
                    <a:pt x="366771" y="223520"/>
                  </a:lnTo>
                  <a:lnTo>
                    <a:pt x="370793" y="219710"/>
                  </a:lnTo>
                  <a:lnTo>
                    <a:pt x="372789" y="218440"/>
                  </a:lnTo>
                  <a:lnTo>
                    <a:pt x="378071" y="218440"/>
                  </a:lnTo>
                  <a:lnTo>
                    <a:pt x="380469" y="217170"/>
                  </a:lnTo>
                  <a:close/>
                </a:path>
                <a:path w="826770" h="365759">
                  <a:moveTo>
                    <a:pt x="496839" y="222250"/>
                  </a:moveTo>
                  <a:lnTo>
                    <a:pt x="487651" y="222250"/>
                  </a:lnTo>
                  <a:lnTo>
                    <a:pt x="494706" y="223520"/>
                  </a:lnTo>
                  <a:lnTo>
                    <a:pt x="496839" y="223520"/>
                  </a:lnTo>
                  <a:lnTo>
                    <a:pt x="496839" y="222250"/>
                  </a:lnTo>
                  <a:close/>
                </a:path>
                <a:path w="826770" h="365759">
                  <a:moveTo>
                    <a:pt x="508280" y="220980"/>
                  </a:moveTo>
                  <a:lnTo>
                    <a:pt x="498990" y="220980"/>
                  </a:lnTo>
                  <a:lnTo>
                    <a:pt x="506153" y="222250"/>
                  </a:lnTo>
                  <a:lnTo>
                    <a:pt x="508280" y="220980"/>
                  </a:lnTo>
                  <a:close/>
                </a:path>
                <a:path w="826770" h="365759">
                  <a:moveTo>
                    <a:pt x="585020" y="218440"/>
                  </a:moveTo>
                  <a:lnTo>
                    <a:pt x="567919" y="218440"/>
                  </a:lnTo>
                  <a:lnTo>
                    <a:pt x="569682" y="219710"/>
                  </a:lnTo>
                  <a:lnTo>
                    <a:pt x="571470" y="222250"/>
                  </a:lnTo>
                  <a:lnTo>
                    <a:pt x="592592" y="222250"/>
                  </a:lnTo>
                  <a:lnTo>
                    <a:pt x="600774" y="220980"/>
                  </a:lnTo>
                  <a:lnTo>
                    <a:pt x="605732" y="220980"/>
                  </a:lnTo>
                  <a:lnTo>
                    <a:pt x="612194" y="219710"/>
                  </a:lnTo>
                  <a:lnTo>
                    <a:pt x="583178" y="219710"/>
                  </a:lnTo>
                  <a:lnTo>
                    <a:pt x="585020" y="218440"/>
                  </a:lnTo>
                  <a:close/>
                </a:path>
                <a:path w="826770" h="365759">
                  <a:moveTo>
                    <a:pt x="378071" y="218440"/>
                  </a:moveTo>
                  <a:lnTo>
                    <a:pt x="372789" y="218440"/>
                  </a:lnTo>
                  <a:lnTo>
                    <a:pt x="374034" y="219710"/>
                  </a:lnTo>
                  <a:lnTo>
                    <a:pt x="375673" y="219710"/>
                  </a:lnTo>
                  <a:lnTo>
                    <a:pt x="378071" y="218440"/>
                  </a:lnTo>
                  <a:close/>
                </a:path>
                <a:path w="826770" h="365759">
                  <a:moveTo>
                    <a:pt x="533091" y="214630"/>
                  </a:moveTo>
                  <a:lnTo>
                    <a:pt x="405722" y="214630"/>
                  </a:lnTo>
                  <a:lnTo>
                    <a:pt x="403416" y="217170"/>
                  </a:lnTo>
                  <a:lnTo>
                    <a:pt x="399727" y="218440"/>
                  </a:lnTo>
                  <a:lnTo>
                    <a:pt x="510437" y="218440"/>
                  </a:lnTo>
                  <a:lnTo>
                    <a:pt x="518195" y="219710"/>
                  </a:lnTo>
                  <a:lnTo>
                    <a:pt x="519518" y="219710"/>
                  </a:lnTo>
                  <a:lnTo>
                    <a:pt x="517623" y="217170"/>
                  </a:lnTo>
                  <a:lnTo>
                    <a:pt x="519232" y="215900"/>
                  </a:lnTo>
                  <a:lnTo>
                    <a:pt x="531172" y="215900"/>
                  </a:lnTo>
                  <a:lnTo>
                    <a:pt x="533091" y="214630"/>
                  </a:lnTo>
                  <a:close/>
                </a:path>
                <a:path w="826770" h="365759">
                  <a:moveTo>
                    <a:pt x="619323" y="218440"/>
                  </a:moveTo>
                  <a:lnTo>
                    <a:pt x="587588" y="218440"/>
                  </a:lnTo>
                  <a:lnTo>
                    <a:pt x="590186" y="219710"/>
                  </a:lnTo>
                  <a:lnTo>
                    <a:pt x="612194" y="219710"/>
                  </a:lnTo>
                  <a:lnTo>
                    <a:pt x="619323" y="218440"/>
                  </a:lnTo>
                  <a:close/>
                </a:path>
                <a:path w="826770" h="365759">
                  <a:moveTo>
                    <a:pt x="531172" y="215900"/>
                  </a:moveTo>
                  <a:lnTo>
                    <a:pt x="519232" y="215900"/>
                  </a:lnTo>
                  <a:lnTo>
                    <a:pt x="528056" y="218440"/>
                  </a:lnTo>
                  <a:lnTo>
                    <a:pt x="531172" y="217170"/>
                  </a:lnTo>
                  <a:lnTo>
                    <a:pt x="531172" y="215900"/>
                  </a:lnTo>
                  <a:close/>
                </a:path>
                <a:path w="826770" h="365759">
                  <a:moveTo>
                    <a:pt x="559017" y="213360"/>
                  </a:moveTo>
                  <a:lnTo>
                    <a:pt x="549882" y="213360"/>
                  </a:lnTo>
                  <a:lnTo>
                    <a:pt x="547362" y="214630"/>
                  </a:lnTo>
                  <a:lnTo>
                    <a:pt x="542124" y="217170"/>
                  </a:lnTo>
                  <a:lnTo>
                    <a:pt x="626282" y="217170"/>
                  </a:lnTo>
                  <a:lnTo>
                    <a:pt x="643932" y="214630"/>
                  </a:lnTo>
                  <a:lnTo>
                    <a:pt x="559821" y="214630"/>
                  </a:lnTo>
                  <a:lnTo>
                    <a:pt x="559017" y="213360"/>
                  </a:lnTo>
                  <a:close/>
                </a:path>
                <a:path w="826770" h="365759">
                  <a:moveTo>
                    <a:pt x="348579" y="213360"/>
                  </a:moveTo>
                  <a:lnTo>
                    <a:pt x="346786" y="214630"/>
                  </a:lnTo>
                  <a:lnTo>
                    <a:pt x="354752" y="214630"/>
                  </a:lnTo>
                  <a:lnTo>
                    <a:pt x="348579" y="213360"/>
                  </a:lnTo>
                  <a:close/>
                </a:path>
                <a:path w="826770" h="365759">
                  <a:moveTo>
                    <a:pt x="354103" y="210820"/>
                  </a:moveTo>
                  <a:lnTo>
                    <a:pt x="353298" y="210820"/>
                  </a:lnTo>
                  <a:lnTo>
                    <a:pt x="355896" y="214630"/>
                  </a:lnTo>
                  <a:lnTo>
                    <a:pt x="364929" y="214630"/>
                  </a:lnTo>
                  <a:lnTo>
                    <a:pt x="354103" y="210820"/>
                  </a:lnTo>
                  <a:close/>
                </a:path>
                <a:path w="826770" h="365759">
                  <a:moveTo>
                    <a:pt x="418282" y="198120"/>
                  </a:moveTo>
                  <a:lnTo>
                    <a:pt x="416959" y="198120"/>
                  </a:lnTo>
                  <a:lnTo>
                    <a:pt x="418878" y="201930"/>
                  </a:lnTo>
                  <a:lnTo>
                    <a:pt x="792350" y="201930"/>
                  </a:lnTo>
                  <a:lnTo>
                    <a:pt x="793306" y="203200"/>
                  </a:lnTo>
                  <a:lnTo>
                    <a:pt x="792603" y="204470"/>
                  </a:lnTo>
                  <a:lnTo>
                    <a:pt x="793824" y="204470"/>
                  </a:lnTo>
                  <a:lnTo>
                    <a:pt x="798156" y="199390"/>
                  </a:lnTo>
                  <a:lnTo>
                    <a:pt x="425575" y="199390"/>
                  </a:lnTo>
                  <a:lnTo>
                    <a:pt x="418282" y="198120"/>
                  </a:lnTo>
                  <a:close/>
                </a:path>
                <a:path w="826770" h="365759">
                  <a:moveTo>
                    <a:pt x="593296" y="167640"/>
                  </a:moveTo>
                  <a:lnTo>
                    <a:pt x="589416" y="167640"/>
                  </a:lnTo>
                  <a:lnTo>
                    <a:pt x="580841" y="168910"/>
                  </a:lnTo>
                  <a:lnTo>
                    <a:pt x="568841" y="171450"/>
                  </a:lnTo>
                  <a:lnTo>
                    <a:pt x="554685" y="173990"/>
                  </a:lnTo>
                  <a:lnTo>
                    <a:pt x="484458" y="187960"/>
                  </a:lnTo>
                  <a:lnTo>
                    <a:pt x="458819" y="191770"/>
                  </a:lnTo>
                  <a:lnTo>
                    <a:pt x="437867" y="195580"/>
                  </a:lnTo>
                  <a:lnTo>
                    <a:pt x="433441" y="196850"/>
                  </a:lnTo>
                  <a:lnTo>
                    <a:pt x="428197" y="196850"/>
                  </a:lnTo>
                  <a:lnTo>
                    <a:pt x="428197" y="199390"/>
                  </a:lnTo>
                  <a:lnTo>
                    <a:pt x="798156" y="199390"/>
                  </a:lnTo>
                  <a:lnTo>
                    <a:pt x="799950" y="198120"/>
                  </a:lnTo>
                  <a:lnTo>
                    <a:pt x="801606" y="198120"/>
                  </a:lnTo>
                  <a:lnTo>
                    <a:pt x="803501" y="195580"/>
                  </a:lnTo>
                  <a:lnTo>
                    <a:pt x="805426" y="191770"/>
                  </a:lnTo>
                  <a:lnTo>
                    <a:pt x="807422" y="190500"/>
                  </a:lnTo>
                  <a:lnTo>
                    <a:pt x="808929" y="190500"/>
                  </a:lnTo>
                  <a:lnTo>
                    <a:pt x="808929" y="187960"/>
                  </a:lnTo>
                  <a:lnTo>
                    <a:pt x="810770" y="182880"/>
                  </a:lnTo>
                  <a:lnTo>
                    <a:pt x="812999" y="177800"/>
                  </a:lnTo>
                  <a:lnTo>
                    <a:pt x="815257" y="172720"/>
                  </a:lnTo>
                  <a:lnTo>
                    <a:pt x="816464" y="168910"/>
                  </a:lnTo>
                  <a:lnTo>
                    <a:pt x="594774" y="168910"/>
                  </a:lnTo>
                  <a:lnTo>
                    <a:pt x="593296" y="167640"/>
                  </a:lnTo>
                  <a:close/>
                </a:path>
                <a:path w="826770" h="365759">
                  <a:moveTo>
                    <a:pt x="801606" y="198120"/>
                  </a:moveTo>
                  <a:lnTo>
                    <a:pt x="799950" y="198120"/>
                  </a:lnTo>
                  <a:lnTo>
                    <a:pt x="800027" y="199390"/>
                  </a:lnTo>
                  <a:lnTo>
                    <a:pt x="801606" y="198120"/>
                  </a:lnTo>
                  <a:close/>
                </a:path>
                <a:path w="826770" h="365759">
                  <a:moveTo>
                    <a:pt x="808929" y="190500"/>
                  </a:moveTo>
                  <a:lnTo>
                    <a:pt x="807940" y="190500"/>
                  </a:lnTo>
                  <a:lnTo>
                    <a:pt x="808488" y="191770"/>
                  </a:lnTo>
                  <a:lnTo>
                    <a:pt x="808929" y="190500"/>
                  </a:lnTo>
                  <a:close/>
                </a:path>
                <a:path w="826770" h="365759">
                  <a:moveTo>
                    <a:pt x="614735" y="163830"/>
                  </a:moveTo>
                  <a:lnTo>
                    <a:pt x="611726" y="163830"/>
                  </a:lnTo>
                  <a:lnTo>
                    <a:pt x="612685" y="166370"/>
                  </a:lnTo>
                  <a:lnTo>
                    <a:pt x="595995" y="166370"/>
                  </a:lnTo>
                  <a:lnTo>
                    <a:pt x="595995" y="167640"/>
                  </a:lnTo>
                  <a:lnTo>
                    <a:pt x="594774" y="168910"/>
                  </a:lnTo>
                  <a:lnTo>
                    <a:pt x="816464" y="168910"/>
                  </a:lnTo>
                  <a:lnTo>
                    <a:pt x="817268" y="166370"/>
                  </a:lnTo>
                  <a:lnTo>
                    <a:pt x="609235" y="166370"/>
                  </a:lnTo>
                  <a:lnTo>
                    <a:pt x="599761" y="165100"/>
                  </a:lnTo>
                  <a:lnTo>
                    <a:pt x="623607" y="165100"/>
                  </a:lnTo>
                  <a:lnTo>
                    <a:pt x="614735" y="163830"/>
                  </a:lnTo>
                  <a:close/>
                </a:path>
                <a:path w="826770" h="365759">
                  <a:moveTo>
                    <a:pt x="625269" y="161290"/>
                  </a:moveTo>
                  <a:lnTo>
                    <a:pt x="624411" y="161290"/>
                  </a:lnTo>
                  <a:lnTo>
                    <a:pt x="625192" y="162560"/>
                  </a:lnTo>
                  <a:lnTo>
                    <a:pt x="625943" y="163830"/>
                  </a:lnTo>
                  <a:lnTo>
                    <a:pt x="623607" y="165100"/>
                  </a:lnTo>
                  <a:lnTo>
                    <a:pt x="817670" y="165100"/>
                  </a:lnTo>
                  <a:lnTo>
                    <a:pt x="818123" y="162560"/>
                  </a:lnTo>
                  <a:lnTo>
                    <a:pt x="627504" y="162560"/>
                  </a:lnTo>
                  <a:lnTo>
                    <a:pt x="625269" y="161290"/>
                  </a:lnTo>
                  <a:close/>
                </a:path>
                <a:path w="826770" h="365759">
                  <a:moveTo>
                    <a:pt x="820312" y="153670"/>
                  </a:moveTo>
                  <a:lnTo>
                    <a:pt x="678884" y="153670"/>
                  </a:lnTo>
                  <a:lnTo>
                    <a:pt x="683711" y="154940"/>
                  </a:lnTo>
                  <a:lnTo>
                    <a:pt x="674517" y="156210"/>
                  </a:lnTo>
                  <a:lnTo>
                    <a:pt x="656065" y="160020"/>
                  </a:lnTo>
                  <a:lnTo>
                    <a:pt x="637385" y="161290"/>
                  </a:lnTo>
                  <a:lnTo>
                    <a:pt x="627504" y="162560"/>
                  </a:lnTo>
                  <a:lnTo>
                    <a:pt x="818123" y="162560"/>
                  </a:lnTo>
                  <a:lnTo>
                    <a:pt x="819255" y="156210"/>
                  </a:lnTo>
                  <a:lnTo>
                    <a:pt x="820312" y="153670"/>
                  </a:lnTo>
                  <a:close/>
                </a:path>
                <a:path w="826770" h="365759">
                  <a:moveTo>
                    <a:pt x="639880" y="148590"/>
                  </a:moveTo>
                  <a:lnTo>
                    <a:pt x="636972" y="148590"/>
                  </a:lnTo>
                  <a:lnTo>
                    <a:pt x="637598" y="152400"/>
                  </a:lnTo>
                  <a:lnTo>
                    <a:pt x="630328" y="153670"/>
                  </a:lnTo>
                  <a:lnTo>
                    <a:pt x="618781" y="156210"/>
                  </a:lnTo>
                  <a:lnTo>
                    <a:pt x="608347" y="157480"/>
                  </a:lnTo>
                  <a:lnTo>
                    <a:pt x="599809" y="158750"/>
                  </a:lnTo>
                  <a:lnTo>
                    <a:pt x="599809" y="161290"/>
                  </a:lnTo>
                  <a:lnTo>
                    <a:pt x="605052" y="161290"/>
                  </a:lnTo>
                  <a:lnTo>
                    <a:pt x="611293" y="160020"/>
                  </a:lnTo>
                  <a:lnTo>
                    <a:pt x="627275" y="157480"/>
                  </a:lnTo>
                  <a:lnTo>
                    <a:pt x="634404" y="156210"/>
                  </a:lnTo>
                  <a:lnTo>
                    <a:pt x="649802" y="154940"/>
                  </a:lnTo>
                  <a:lnTo>
                    <a:pt x="666105" y="154940"/>
                  </a:lnTo>
                  <a:lnTo>
                    <a:pt x="678884" y="153670"/>
                  </a:lnTo>
                  <a:lnTo>
                    <a:pt x="820312" y="153670"/>
                  </a:lnTo>
                  <a:lnTo>
                    <a:pt x="820840" y="152400"/>
                  </a:lnTo>
                  <a:lnTo>
                    <a:pt x="650367" y="152400"/>
                  </a:lnTo>
                  <a:lnTo>
                    <a:pt x="639880" y="148590"/>
                  </a:lnTo>
                  <a:close/>
                </a:path>
                <a:path w="826770" h="365759">
                  <a:moveTo>
                    <a:pt x="565946" y="35560"/>
                  </a:moveTo>
                  <a:lnTo>
                    <a:pt x="564624" y="35560"/>
                  </a:lnTo>
                  <a:lnTo>
                    <a:pt x="563015" y="36830"/>
                  </a:lnTo>
                  <a:lnTo>
                    <a:pt x="561793" y="40640"/>
                  </a:lnTo>
                  <a:lnTo>
                    <a:pt x="557873" y="40640"/>
                  </a:lnTo>
                  <a:lnTo>
                    <a:pt x="557873" y="41910"/>
                  </a:lnTo>
                  <a:lnTo>
                    <a:pt x="556371" y="43180"/>
                  </a:lnTo>
                  <a:lnTo>
                    <a:pt x="554524" y="44450"/>
                  </a:lnTo>
                  <a:lnTo>
                    <a:pt x="550082" y="48260"/>
                  </a:lnTo>
                  <a:lnTo>
                    <a:pt x="544841" y="54610"/>
                  </a:lnTo>
                  <a:lnTo>
                    <a:pt x="540134" y="63500"/>
                  </a:lnTo>
                  <a:lnTo>
                    <a:pt x="537298" y="71120"/>
                  </a:lnTo>
                  <a:lnTo>
                    <a:pt x="537303" y="83820"/>
                  </a:lnTo>
                  <a:lnTo>
                    <a:pt x="543845" y="95250"/>
                  </a:lnTo>
                  <a:lnTo>
                    <a:pt x="557720" y="106680"/>
                  </a:lnTo>
                  <a:lnTo>
                    <a:pt x="579722" y="119380"/>
                  </a:lnTo>
                  <a:lnTo>
                    <a:pt x="597652" y="127000"/>
                  </a:lnTo>
                  <a:lnTo>
                    <a:pt x="616633" y="135890"/>
                  </a:lnTo>
                  <a:lnTo>
                    <a:pt x="647483" y="144780"/>
                  </a:lnTo>
                  <a:lnTo>
                    <a:pt x="651141" y="146050"/>
                  </a:lnTo>
                  <a:lnTo>
                    <a:pt x="653066" y="147320"/>
                  </a:lnTo>
                  <a:lnTo>
                    <a:pt x="651767" y="147320"/>
                  </a:lnTo>
                  <a:lnTo>
                    <a:pt x="650444" y="148590"/>
                  </a:lnTo>
                  <a:lnTo>
                    <a:pt x="649926" y="149860"/>
                  </a:lnTo>
                  <a:lnTo>
                    <a:pt x="651481" y="152400"/>
                  </a:lnTo>
                  <a:lnTo>
                    <a:pt x="820840" y="152400"/>
                  </a:lnTo>
                  <a:lnTo>
                    <a:pt x="825845" y="151130"/>
                  </a:lnTo>
                  <a:lnTo>
                    <a:pt x="826548" y="149860"/>
                  </a:lnTo>
                  <a:lnTo>
                    <a:pt x="823796" y="149860"/>
                  </a:lnTo>
                  <a:lnTo>
                    <a:pt x="823146" y="148590"/>
                  </a:lnTo>
                  <a:lnTo>
                    <a:pt x="824290" y="147320"/>
                  </a:lnTo>
                  <a:lnTo>
                    <a:pt x="823069" y="146050"/>
                  </a:lnTo>
                  <a:lnTo>
                    <a:pt x="818659" y="144780"/>
                  </a:lnTo>
                  <a:lnTo>
                    <a:pt x="817182" y="143510"/>
                  </a:lnTo>
                  <a:lnTo>
                    <a:pt x="817182" y="138430"/>
                  </a:lnTo>
                  <a:lnTo>
                    <a:pt x="806385" y="138430"/>
                  </a:lnTo>
                  <a:lnTo>
                    <a:pt x="806480" y="135890"/>
                  </a:lnTo>
                  <a:lnTo>
                    <a:pt x="756011" y="135890"/>
                  </a:lnTo>
                  <a:lnTo>
                    <a:pt x="750536" y="134620"/>
                  </a:lnTo>
                  <a:lnTo>
                    <a:pt x="750172" y="133350"/>
                  </a:lnTo>
                  <a:lnTo>
                    <a:pt x="753390" y="132080"/>
                  </a:lnTo>
                  <a:lnTo>
                    <a:pt x="746968" y="132080"/>
                  </a:lnTo>
                  <a:lnTo>
                    <a:pt x="740921" y="130810"/>
                  </a:lnTo>
                  <a:lnTo>
                    <a:pt x="733004" y="129540"/>
                  </a:lnTo>
                  <a:lnTo>
                    <a:pt x="723365" y="127000"/>
                  </a:lnTo>
                  <a:lnTo>
                    <a:pt x="673866" y="110490"/>
                  </a:lnTo>
                  <a:lnTo>
                    <a:pt x="631574" y="90170"/>
                  </a:lnTo>
                  <a:lnTo>
                    <a:pt x="600883" y="68580"/>
                  </a:lnTo>
                  <a:lnTo>
                    <a:pt x="592485" y="58420"/>
                  </a:lnTo>
                  <a:lnTo>
                    <a:pt x="577780" y="58420"/>
                  </a:lnTo>
                  <a:lnTo>
                    <a:pt x="576922" y="57150"/>
                  </a:lnTo>
                  <a:lnTo>
                    <a:pt x="576922" y="55880"/>
                  </a:lnTo>
                  <a:lnTo>
                    <a:pt x="577780" y="54610"/>
                  </a:lnTo>
                  <a:lnTo>
                    <a:pt x="589336" y="54610"/>
                  </a:lnTo>
                  <a:lnTo>
                    <a:pt x="588287" y="53340"/>
                  </a:lnTo>
                  <a:lnTo>
                    <a:pt x="578841" y="53340"/>
                  </a:lnTo>
                  <a:lnTo>
                    <a:pt x="578841" y="48260"/>
                  </a:lnTo>
                  <a:lnTo>
                    <a:pt x="579699" y="46990"/>
                  </a:lnTo>
                  <a:lnTo>
                    <a:pt x="585573" y="46990"/>
                  </a:lnTo>
                  <a:lnTo>
                    <a:pt x="584754" y="41910"/>
                  </a:lnTo>
                  <a:lnTo>
                    <a:pt x="585406" y="40640"/>
                  </a:lnTo>
                  <a:lnTo>
                    <a:pt x="560494" y="40640"/>
                  </a:lnTo>
                  <a:lnTo>
                    <a:pt x="558629" y="39370"/>
                  </a:lnTo>
                  <a:lnTo>
                    <a:pt x="586058" y="39370"/>
                  </a:lnTo>
                  <a:lnTo>
                    <a:pt x="586710" y="38100"/>
                  </a:lnTo>
                  <a:lnTo>
                    <a:pt x="613233" y="38100"/>
                  </a:lnTo>
                  <a:lnTo>
                    <a:pt x="611488" y="36830"/>
                  </a:lnTo>
                  <a:lnTo>
                    <a:pt x="569265" y="36830"/>
                  </a:lnTo>
                  <a:lnTo>
                    <a:pt x="565946" y="35560"/>
                  </a:lnTo>
                  <a:close/>
                </a:path>
                <a:path w="826770" h="365759">
                  <a:moveTo>
                    <a:pt x="816425" y="135890"/>
                  </a:moveTo>
                  <a:lnTo>
                    <a:pt x="807034" y="138430"/>
                  </a:lnTo>
                  <a:lnTo>
                    <a:pt x="817182" y="138430"/>
                  </a:lnTo>
                  <a:lnTo>
                    <a:pt x="817182" y="137160"/>
                  </a:lnTo>
                  <a:lnTo>
                    <a:pt x="816425" y="135890"/>
                  </a:lnTo>
                  <a:close/>
                </a:path>
                <a:path w="826770" h="365759">
                  <a:moveTo>
                    <a:pt x="805658" y="129540"/>
                  </a:moveTo>
                  <a:lnTo>
                    <a:pt x="789385" y="129540"/>
                  </a:lnTo>
                  <a:lnTo>
                    <a:pt x="788765" y="130810"/>
                  </a:lnTo>
                  <a:lnTo>
                    <a:pt x="783932" y="133350"/>
                  </a:lnTo>
                  <a:lnTo>
                    <a:pt x="776028" y="135890"/>
                  </a:lnTo>
                  <a:lnTo>
                    <a:pt x="806480" y="135890"/>
                  </a:lnTo>
                  <a:lnTo>
                    <a:pt x="806576" y="133350"/>
                  </a:lnTo>
                  <a:lnTo>
                    <a:pt x="806671" y="130810"/>
                  </a:lnTo>
                  <a:lnTo>
                    <a:pt x="805658" y="129540"/>
                  </a:lnTo>
                  <a:close/>
                </a:path>
                <a:path w="826770" h="365759">
                  <a:moveTo>
                    <a:pt x="755934" y="130810"/>
                  </a:moveTo>
                  <a:lnTo>
                    <a:pt x="755183" y="130810"/>
                  </a:lnTo>
                  <a:lnTo>
                    <a:pt x="751000" y="132080"/>
                  </a:lnTo>
                  <a:lnTo>
                    <a:pt x="753390" y="132080"/>
                  </a:lnTo>
                  <a:lnTo>
                    <a:pt x="755934" y="130810"/>
                  </a:lnTo>
                  <a:close/>
                </a:path>
                <a:path w="826770" h="365759">
                  <a:moveTo>
                    <a:pt x="613233" y="38100"/>
                  </a:moveTo>
                  <a:lnTo>
                    <a:pt x="586710" y="38100"/>
                  </a:lnTo>
                  <a:lnTo>
                    <a:pt x="591922" y="39370"/>
                  </a:lnTo>
                  <a:lnTo>
                    <a:pt x="600256" y="45720"/>
                  </a:lnTo>
                  <a:lnTo>
                    <a:pt x="643688" y="73660"/>
                  </a:lnTo>
                  <a:lnTo>
                    <a:pt x="706395" y="99060"/>
                  </a:lnTo>
                  <a:lnTo>
                    <a:pt x="770070" y="116840"/>
                  </a:lnTo>
                  <a:lnTo>
                    <a:pt x="812665" y="124460"/>
                  </a:lnTo>
                  <a:lnTo>
                    <a:pt x="813184" y="124460"/>
                  </a:lnTo>
                  <a:lnTo>
                    <a:pt x="810020" y="123190"/>
                  </a:lnTo>
                  <a:lnTo>
                    <a:pt x="801165" y="121920"/>
                  </a:lnTo>
                  <a:lnTo>
                    <a:pt x="798597" y="120650"/>
                  </a:lnTo>
                  <a:lnTo>
                    <a:pt x="799819" y="119380"/>
                  </a:lnTo>
                  <a:lnTo>
                    <a:pt x="790267" y="119380"/>
                  </a:lnTo>
                  <a:lnTo>
                    <a:pt x="789177" y="116840"/>
                  </a:lnTo>
                  <a:lnTo>
                    <a:pt x="798070" y="116840"/>
                  </a:lnTo>
                  <a:lnTo>
                    <a:pt x="796004" y="115570"/>
                  </a:lnTo>
                  <a:lnTo>
                    <a:pt x="787024" y="113030"/>
                  </a:lnTo>
                  <a:lnTo>
                    <a:pt x="772803" y="109220"/>
                  </a:lnTo>
                  <a:lnTo>
                    <a:pt x="751012" y="102870"/>
                  </a:lnTo>
                  <a:lnTo>
                    <a:pt x="727399" y="95250"/>
                  </a:lnTo>
                  <a:lnTo>
                    <a:pt x="705396" y="87630"/>
                  </a:lnTo>
                  <a:lnTo>
                    <a:pt x="688436" y="80010"/>
                  </a:lnTo>
                  <a:lnTo>
                    <a:pt x="680439" y="76200"/>
                  </a:lnTo>
                  <a:lnTo>
                    <a:pt x="673641" y="73660"/>
                  </a:lnTo>
                  <a:lnTo>
                    <a:pt x="673331" y="73660"/>
                  </a:lnTo>
                  <a:lnTo>
                    <a:pt x="665435" y="69850"/>
                  </a:lnTo>
                  <a:lnTo>
                    <a:pt x="649095" y="60960"/>
                  </a:lnTo>
                  <a:lnTo>
                    <a:pt x="631593" y="50800"/>
                  </a:lnTo>
                  <a:lnTo>
                    <a:pt x="620211" y="43180"/>
                  </a:lnTo>
                  <a:lnTo>
                    <a:pt x="613233" y="38100"/>
                  </a:lnTo>
                  <a:close/>
                </a:path>
                <a:path w="826770" h="365759">
                  <a:moveTo>
                    <a:pt x="798070" y="116840"/>
                  </a:moveTo>
                  <a:lnTo>
                    <a:pt x="793693" y="116840"/>
                  </a:lnTo>
                  <a:lnTo>
                    <a:pt x="792603" y="119380"/>
                  </a:lnTo>
                  <a:lnTo>
                    <a:pt x="799819" y="119380"/>
                  </a:lnTo>
                  <a:lnTo>
                    <a:pt x="800137" y="118110"/>
                  </a:lnTo>
                  <a:lnTo>
                    <a:pt x="798070" y="116840"/>
                  </a:lnTo>
                  <a:close/>
                </a:path>
                <a:path w="826770" h="365759">
                  <a:moveTo>
                    <a:pt x="589336" y="54610"/>
                  </a:moveTo>
                  <a:lnTo>
                    <a:pt x="579883" y="54610"/>
                  </a:lnTo>
                  <a:lnTo>
                    <a:pt x="580735" y="55880"/>
                  </a:lnTo>
                  <a:lnTo>
                    <a:pt x="580735" y="57150"/>
                  </a:lnTo>
                  <a:lnTo>
                    <a:pt x="579883" y="58420"/>
                  </a:lnTo>
                  <a:lnTo>
                    <a:pt x="592485" y="58420"/>
                  </a:lnTo>
                  <a:lnTo>
                    <a:pt x="589336" y="54610"/>
                  </a:lnTo>
                  <a:close/>
                </a:path>
                <a:path w="826770" h="365759">
                  <a:moveTo>
                    <a:pt x="585573" y="46990"/>
                  </a:moveTo>
                  <a:lnTo>
                    <a:pt x="579699" y="46990"/>
                  </a:lnTo>
                  <a:lnTo>
                    <a:pt x="580765" y="48260"/>
                  </a:lnTo>
                  <a:lnTo>
                    <a:pt x="581856" y="48260"/>
                  </a:lnTo>
                  <a:lnTo>
                    <a:pt x="582219" y="49530"/>
                  </a:lnTo>
                  <a:lnTo>
                    <a:pt x="581617" y="50800"/>
                  </a:lnTo>
                  <a:lnTo>
                    <a:pt x="579985" y="53340"/>
                  </a:lnTo>
                  <a:lnTo>
                    <a:pt x="588287" y="53340"/>
                  </a:lnTo>
                  <a:lnTo>
                    <a:pt x="586187" y="50800"/>
                  </a:lnTo>
                  <a:lnTo>
                    <a:pt x="585573" y="46990"/>
                  </a:lnTo>
                  <a:close/>
                </a:path>
                <a:path w="826770" h="365759">
                  <a:moveTo>
                    <a:pt x="596993" y="0"/>
                  </a:moveTo>
                  <a:lnTo>
                    <a:pt x="590945" y="0"/>
                  </a:lnTo>
                  <a:lnTo>
                    <a:pt x="585341" y="2540"/>
                  </a:lnTo>
                  <a:lnTo>
                    <a:pt x="581099" y="7620"/>
                  </a:lnTo>
                  <a:lnTo>
                    <a:pt x="578167" y="12700"/>
                  </a:lnTo>
                  <a:lnTo>
                    <a:pt x="578167" y="13970"/>
                  </a:lnTo>
                  <a:lnTo>
                    <a:pt x="582684" y="26670"/>
                  </a:lnTo>
                  <a:lnTo>
                    <a:pt x="583304" y="29210"/>
                  </a:lnTo>
                  <a:lnTo>
                    <a:pt x="580735" y="29210"/>
                  </a:lnTo>
                  <a:lnTo>
                    <a:pt x="580735" y="31750"/>
                  </a:lnTo>
                  <a:lnTo>
                    <a:pt x="569265" y="36830"/>
                  </a:lnTo>
                  <a:lnTo>
                    <a:pt x="611488" y="36830"/>
                  </a:lnTo>
                  <a:lnTo>
                    <a:pt x="607999" y="34290"/>
                  </a:lnTo>
                  <a:lnTo>
                    <a:pt x="603614" y="29210"/>
                  </a:lnTo>
                  <a:lnTo>
                    <a:pt x="583304" y="29210"/>
                  </a:lnTo>
                  <a:lnTo>
                    <a:pt x="581492" y="27940"/>
                  </a:lnTo>
                  <a:lnTo>
                    <a:pt x="602518" y="27940"/>
                  </a:lnTo>
                  <a:lnTo>
                    <a:pt x="599230" y="24130"/>
                  </a:lnTo>
                  <a:lnTo>
                    <a:pt x="594826" y="16510"/>
                  </a:lnTo>
                  <a:lnTo>
                    <a:pt x="595709" y="10160"/>
                  </a:lnTo>
                  <a:lnTo>
                    <a:pt x="597372" y="8890"/>
                  </a:lnTo>
                  <a:lnTo>
                    <a:pt x="605618" y="8890"/>
                  </a:lnTo>
                  <a:lnTo>
                    <a:pt x="607156" y="6350"/>
                  </a:lnTo>
                  <a:lnTo>
                    <a:pt x="606661" y="5080"/>
                  </a:lnTo>
                  <a:lnTo>
                    <a:pt x="602562" y="2540"/>
                  </a:lnTo>
                  <a:lnTo>
                    <a:pt x="596993" y="0"/>
                  </a:lnTo>
                  <a:close/>
                </a:path>
                <a:path w="826770" h="365759">
                  <a:moveTo>
                    <a:pt x="605618" y="8890"/>
                  </a:moveTo>
                  <a:lnTo>
                    <a:pt x="597920" y="8890"/>
                  </a:lnTo>
                  <a:lnTo>
                    <a:pt x="597920" y="13970"/>
                  </a:lnTo>
                  <a:lnTo>
                    <a:pt x="603312" y="12700"/>
                  </a:lnTo>
                  <a:lnTo>
                    <a:pt x="605618" y="88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0369347" y="8529230"/>
              <a:ext cx="753745" cy="507365"/>
            </a:xfrm>
            <a:custGeom>
              <a:avLst/>
              <a:gdLst/>
              <a:ahLst/>
              <a:cxnLst/>
              <a:rect l="l" t="t" r="r" b="b"/>
              <a:pathLst>
                <a:path w="753745" h="507365">
                  <a:moveTo>
                    <a:pt x="7823" y="154305"/>
                  </a:moveTo>
                  <a:lnTo>
                    <a:pt x="5740" y="154305"/>
                  </a:lnTo>
                  <a:lnTo>
                    <a:pt x="3581" y="155130"/>
                  </a:lnTo>
                  <a:lnTo>
                    <a:pt x="457" y="157162"/>
                  </a:lnTo>
                  <a:lnTo>
                    <a:pt x="0" y="158013"/>
                  </a:lnTo>
                  <a:lnTo>
                    <a:pt x="1066" y="158013"/>
                  </a:lnTo>
                  <a:lnTo>
                    <a:pt x="2108" y="158013"/>
                  </a:lnTo>
                  <a:lnTo>
                    <a:pt x="4267" y="157162"/>
                  </a:lnTo>
                  <a:lnTo>
                    <a:pt x="5816" y="156146"/>
                  </a:lnTo>
                  <a:lnTo>
                    <a:pt x="7404" y="155130"/>
                  </a:lnTo>
                  <a:lnTo>
                    <a:pt x="7823" y="154305"/>
                  </a:lnTo>
                  <a:close/>
                </a:path>
                <a:path w="753745" h="507365">
                  <a:moveTo>
                    <a:pt x="18948" y="151320"/>
                  </a:moveTo>
                  <a:lnTo>
                    <a:pt x="17526" y="150850"/>
                  </a:lnTo>
                  <a:lnTo>
                    <a:pt x="16154" y="150380"/>
                  </a:lnTo>
                  <a:lnTo>
                    <a:pt x="14122" y="150901"/>
                  </a:lnTo>
                  <a:lnTo>
                    <a:pt x="11607" y="153441"/>
                  </a:lnTo>
                  <a:lnTo>
                    <a:pt x="12331" y="153682"/>
                  </a:lnTo>
                  <a:lnTo>
                    <a:pt x="15506" y="152844"/>
                  </a:lnTo>
                  <a:lnTo>
                    <a:pt x="18097" y="152171"/>
                  </a:lnTo>
                  <a:lnTo>
                    <a:pt x="18948" y="151320"/>
                  </a:lnTo>
                  <a:close/>
                </a:path>
                <a:path w="753745" h="507365">
                  <a:moveTo>
                    <a:pt x="28816" y="146672"/>
                  </a:moveTo>
                  <a:lnTo>
                    <a:pt x="26708" y="146672"/>
                  </a:lnTo>
                  <a:lnTo>
                    <a:pt x="24561" y="147535"/>
                  </a:lnTo>
                  <a:lnTo>
                    <a:pt x="21424" y="149555"/>
                  </a:lnTo>
                  <a:lnTo>
                    <a:pt x="20980" y="150380"/>
                  </a:lnTo>
                  <a:lnTo>
                    <a:pt x="22047" y="150380"/>
                  </a:lnTo>
                  <a:lnTo>
                    <a:pt x="23075" y="150380"/>
                  </a:lnTo>
                  <a:lnTo>
                    <a:pt x="25234" y="149555"/>
                  </a:lnTo>
                  <a:lnTo>
                    <a:pt x="28371" y="147510"/>
                  </a:lnTo>
                  <a:lnTo>
                    <a:pt x="28816" y="146672"/>
                  </a:lnTo>
                  <a:close/>
                </a:path>
                <a:path w="753745" h="507365">
                  <a:moveTo>
                    <a:pt x="181279" y="127622"/>
                  </a:moveTo>
                  <a:lnTo>
                    <a:pt x="177304" y="123634"/>
                  </a:lnTo>
                  <a:lnTo>
                    <a:pt x="173964" y="120307"/>
                  </a:lnTo>
                  <a:lnTo>
                    <a:pt x="173748" y="119214"/>
                  </a:lnTo>
                  <a:lnTo>
                    <a:pt x="178054" y="113957"/>
                  </a:lnTo>
                  <a:lnTo>
                    <a:pt x="177927" y="113715"/>
                  </a:lnTo>
                  <a:lnTo>
                    <a:pt x="172974" y="115557"/>
                  </a:lnTo>
                  <a:lnTo>
                    <a:pt x="170116" y="116154"/>
                  </a:lnTo>
                  <a:lnTo>
                    <a:pt x="166128" y="116154"/>
                  </a:lnTo>
                  <a:lnTo>
                    <a:pt x="166128" y="116573"/>
                  </a:lnTo>
                  <a:lnTo>
                    <a:pt x="170345" y="120777"/>
                  </a:lnTo>
                  <a:lnTo>
                    <a:pt x="171704" y="122872"/>
                  </a:lnTo>
                  <a:lnTo>
                    <a:pt x="171704" y="123761"/>
                  </a:lnTo>
                  <a:lnTo>
                    <a:pt x="171704" y="124663"/>
                  </a:lnTo>
                  <a:lnTo>
                    <a:pt x="173215" y="125780"/>
                  </a:lnTo>
                  <a:lnTo>
                    <a:pt x="181102" y="127838"/>
                  </a:lnTo>
                  <a:lnTo>
                    <a:pt x="181279" y="127622"/>
                  </a:lnTo>
                  <a:close/>
                </a:path>
                <a:path w="753745" h="507365">
                  <a:moveTo>
                    <a:pt x="196202" y="122694"/>
                  </a:moveTo>
                  <a:lnTo>
                    <a:pt x="195440" y="122351"/>
                  </a:lnTo>
                  <a:lnTo>
                    <a:pt x="193738" y="123012"/>
                  </a:lnTo>
                  <a:lnTo>
                    <a:pt x="192100" y="123621"/>
                  </a:lnTo>
                  <a:lnTo>
                    <a:pt x="190779" y="124485"/>
                  </a:lnTo>
                  <a:lnTo>
                    <a:pt x="190779" y="126428"/>
                  </a:lnTo>
                  <a:lnTo>
                    <a:pt x="194411" y="125577"/>
                  </a:lnTo>
                  <a:lnTo>
                    <a:pt x="195529" y="123761"/>
                  </a:lnTo>
                  <a:lnTo>
                    <a:pt x="196202" y="122694"/>
                  </a:lnTo>
                  <a:close/>
                </a:path>
                <a:path w="753745" h="507365">
                  <a:moveTo>
                    <a:pt x="220332" y="474002"/>
                  </a:moveTo>
                  <a:lnTo>
                    <a:pt x="211823" y="471741"/>
                  </a:lnTo>
                  <a:lnTo>
                    <a:pt x="206768" y="471589"/>
                  </a:lnTo>
                  <a:lnTo>
                    <a:pt x="199986" y="472935"/>
                  </a:lnTo>
                  <a:lnTo>
                    <a:pt x="198247" y="472643"/>
                  </a:lnTo>
                  <a:lnTo>
                    <a:pt x="200215" y="469480"/>
                  </a:lnTo>
                  <a:lnTo>
                    <a:pt x="197942" y="469188"/>
                  </a:lnTo>
                  <a:lnTo>
                    <a:pt x="191731" y="470573"/>
                  </a:lnTo>
                  <a:lnTo>
                    <a:pt x="191808" y="472046"/>
                  </a:lnTo>
                  <a:lnTo>
                    <a:pt x="198437" y="473862"/>
                  </a:lnTo>
                  <a:lnTo>
                    <a:pt x="207441" y="475170"/>
                  </a:lnTo>
                  <a:lnTo>
                    <a:pt x="214617" y="475145"/>
                  </a:lnTo>
                  <a:lnTo>
                    <a:pt x="220332" y="474002"/>
                  </a:lnTo>
                  <a:close/>
                </a:path>
                <a:path w="753745" h="507365">
                  <a:moveTo>
                    <a:pt x="244284" y="479005"/>
                  </a:moveTo>
                  <a:lnTo>
                    <a:pt x="243166" y="478561"/>
                  </a:lnTo>
                  <a:lnTo>
                    <a:pt x="238937" y="478713"/>
                  </a:lnTo>
                  <a:lnTo>
                    <a:pt x="238480" y="479183"/>
                  </a:lnTo>
                  <a:lnTo>
                    <a:pt x="240004" y="479780"/>
                  </a:lnTo>
                  <a:lnTo>
                    <a:pt x="241376" y="480352"/>
                  </a:lnTo>
                  <a:lnTo>
                    <a:pt x="243014" y="480275"/>
                  </a:lnTo>
                  <a:lnTo>
                    <a:pt x="244284" y="479005"/>
                  </a:lnTo>
                  <a:close/>
                </a:path>
                <a:path w="753745" h="507365">
                  <a:moveTo>
                    <a:pt x="251688" y="480669"/>
                  </a:moveTo>
                  <a:lnTo>
                    <a:pt x="248310" y="480669"/>
                  </a:lnTo>
                  <a:lnTo>
                    <a:pt x="245325" y="481393"/>
                  </a:lnTo>
                  <a:lnTo>
                    <a:pt x="240817" y="483336"/>
                  </a:lnTo>
                  <a:lnTo>
                    <a:pt x="240449" y="483933"/>
                  </a:lnTo>
                  <a:lnTo>
                    <a:pt x="243840" y="483933"/>
                  </a:lnTo>
                  <a:lnTo>
                    <a:pt x="246824" y="483209"/>
                  </a:lnTo>
                  <a:lnTo>
                    <a:pt x="248932" y="482307"/>
                  </a:lnTo>
                  <a:lnTo>
                    <a:pt x="251345" y="481266"/>
                  </a:lnTo>
                  <a:lnTo>
                    <a:pt x="251688" y="480669"/>
                  </a:lnTo>
                  <a:close/>
                </a:path>
                <a:path w="753745" h="507365">
                  <a:moveTo>
                    <a:pt x="261213" y="483031"/>
                  </a:moveTo>
                  <a:lnTo>
                    <a:pt x="260146" y="482612"/>
                  </a:lnTo>
                  <a:lnTo>
                    <a:pt x="254901" y="482612"/>
                  </a:lnTo>
                  <a:lnTo>
                    <a:pt x="253809" y="483031"/>
                  </a:lnTo>
                  <a:lnTo>
                    <a:pt x="256425" y="484085"/>
                  </a:lnTo>
                  <a:lnTo>
                    <a:pt x="258584" y="484085"/>
                  </a:lnTo>
                  <a:lnTo>
                    <a:pt x="259905" y="483577"/>
                  </a:lnTo>
                  <a:lnTo>
                    <a:pt x="261213" y="483031"/>
                  </a:lnTo>
                  <a:close/>
                </a:path>
                <a:path w="753745" h="507365">
                  <a:moveTo>
                    <a:pt x="278599" y="486613"/>
                  </a:moveTo>
                  <a:lnTo>
                    <a:pt x="277482" y="486168"/>
                  </a:lnTo>
                  <a:lnTo>
                    <a:pt x="275475" y="486244"/>
                  </a:lnTo>
                  <a:lnTo>
                    <a:pt x="273240" y="486346"/>
                  </a:lnTo>
                  <a:lnTo>
                    <a:pt x="272808" y="486791"/>
                  </a:lnTo>
                  <a:lnTo>
                    <a:pt x="274307" y="487413"/>
                  </a:lnTo>
                  <a:lnTo>
                    <a:pt x="275691" y="487959"/>
                  </a:lnTo>
                  <a:lnTo>
                    <a:pt x="277355" y="487908"/>
                  </a:lnTo>
                  <a:lnTo>
                    <a:pt x="278599" y="486613"/>
                  </a:lnTo>
                  <a:close/>
                </a:path>
                <a:path w="753745" h="507365">
                  <a:moveTo>
                    <a:pt x="288721" y="488632"/>
                  </a:moveTo>
                  <a:lnTo>
                    <a:pt x="282930" y="487133"/>
                  </a:lnTo>
                  <a:lnTo>
                    <a:pt x="280149" y="487857"/>
                  </a:lnTo>
                  <a:lnTo>
                    <a:pt x="276059" y="492239"/>
                  </a:lnTo>
                  <a:lnTo>
                    <a:pt x="278701" y="492607"/>
                  </a:lnTo>
                  <a:lnTo>
                    <a:pt x="285051" y="490118"/>
                  </a:lnTo>
                  <a:lnTo>
                    <a:pt x="288721" y="488683"/>
                  </a:lnTo>
                  <a:close/>
                </a:path>
                <a:path w="753745" h="507365">
                  <a:moveTo>
                    <a:pt x="297434" y="490664"/>
                  </a:moveTo>
                  <a:lnTo>
                    <a:pt x="296367" y="490245"/>
                  </a:lnTo>
                  <a:lnTo>
                    <a:pt x="291122" y="490245"/>
                  </a:lnTo>
                  <a:lnTo>
                    <a:pt x="290042" y="490664"/>
                  </a:lnTo>
                  <a:lnTo>
                    <a:pt x="292658" y="491718"/>
                  </a:lnTo>
                  <a:lnTo>
                    <a:pt x="294817" y="491718"/>
                  </a:lnTo>
                  <a:lnTo>
                    <a:pt x="296138" y="491197"/>
                  </a:lnTo>
                  <a:lnTo>
                    <a:pt x="297434" y="490664"/>
                  </a:lnTo>
                  <a:close/>
                </a:path>
                <a:path w="753745" h="507365">
                  <a:moveTo>
                    <a:pt x="309270" y="485127"/>
                  </a:moveTo>
                  <a:lnTo>
                    <a:pt x="308991" y="484847"/>
                  </a:lnTo>
                  <a:lnTo>
                    <a:pt x="303682" y="483984"/>
                  </a:lnTo>
                  <a:lnTo>
                    <a:pt x="299897" y="483336"/>
                  </a:lnTo>
                  <a:lnTo>
                    <a:pt x="298132" y="483628"/>
                  </a:lnTo>
                  <a:lnTo>
                    <a:pt x="299173" y="484695"/>
                  </a:lnTo>
                  <a:lnTo>
                    <a:pt x="300139" y="485648"/>
                  </a:lnTo>
                  <a:lnTo>
                    <a:pt x="302958" y="486117"/>
                  </a:lnTo>
                  <a:lnTo>
                    <a:pt x="305422" y="485724"/>
                  </a:lnTo>
                  <a:lnTo>
                    <a:pt x="309270" y="485127"/>
                  </a:lnTo>
                  <a:close/>
                </a:path>
                <a:path w="753745" h="507365">
                  <a:moveTo>
                    <a:pt x="335838" y="489546"/>
                  </a:moveTo>
                  <a:lnTo>
                    <a:pt x="335661" y="489229"/>
                  </a:lnTo>
                  <a:lnTo>
                    <a:pt x="329247" y="487184"/>
                  </a:lnTo>
                  <a:lnTo>
                    <a:pt x="325386" y="486473"/>
                  </a:lnTo>
                  <a:lnTo>
                    <a:pt x="320268" y="486473"/>
                  </a:lnTo>
                  <a:lnTo>
                    <a:pt x="320484" y="486816"/>
                  </a:lnTo>
                  <a:lnTo>
                    <a:pt x="326859" y="488873"/>
                  </a:lnTo>
                  <a:lnTo>
                    <a:pt x="330733" y="489546"/>
                  </a:lnTo>
                  <a:lnTo>
                    <a:pt x="332828" y="489546"/>
                  </a:lnTo>
                  <a:lnTo>
                    <a:pt x="335838" y="489546"/>
                  </a:lnTo>
                  <a:close/>
                </a:path>
                <a:path w="753745" h="507365">
                  <a:moveTo>
                    <a:pt x="345109" y="490664"/>
                  </a:moveTo>
                  <a:lnTo>
                    <a:pt x="344043" y="490245"/>
                  </a:lnTo>
                  <a:lnTo>
                    <a:pt x="338797" y="490245"/>
                  </a:lnTo>
                  <a:lnTo>
                    <a:pt x="337718" y="490664"/>
                  </a:lnTo>
                  <a:lnTo>
                    <a:pt x="340334" y="491718"/>
                  </a:lnTo>
                  <a:lnTo>
                    <a:pt x="342480" y="491718"/>
                  </a:lnTo>
                  <a:lnTo>
                    <a:pt x="343789" y="491197"/>
                  </a:lnTo>
                  <a:lnTo>
                    <a:pt x="345109" y="490664"/>
                  </a:lnTo>
                  <a:close/>
                </a:path>
                <a:path w="753745" h="507365">
                  <a:moveTo>
                    <a:pt x="354634" y="492582"/>
                  </a:moveTo>
                  <a:lnTo>
                    <a:pt x="353568" y="492137"/>
                  </a:lnTo>
                  <a:lnTo>
                    <a:pt x="348322" y="492137"/>
                  </a:lnTo>
                  <a:lnTo>
                    <a:pt x="347268" y="492582"/>
                  </a:lnTo>
                  <a:lnTo>
                    <a:pt x="349885" y="493610"/>
                  </a:lnTo>
                  <a:lnTo>
                    <a:pt x="352018" y="493610"/>
                  </a:lnTo>
                  <a:lnTo>
                    <a:pt x="353339" y="493102"/>
                  </a:lnTo>
                  <a:lnTo>
                    <a:pt x="354634" y="492582"/>
                  </a:lnTo>
                  <a:close/>
                </a:path>
                <a:path w="753745" h="507365">
                  <a:moveTo>
                    <a:pt x="368414" y="501319"/>
                  </a:moveTo>
                  <a:lnTo>
                    <a:pt x="363245" y="501396"/>
                  </a:lnTo>
                  <a:lnTo>
                    <a:pt x="361200" y="501421"/>
                  </a:lnTo>
                  <a:lnTo>
                    <a:pt x="357797" y="502780"/>
                  </a:lnTo>
                  <a:lnTo>
                    <a:pt x="352082" y="507161"/>
                  </a:lnTo>
                  <a:lnTo>
                    <a:pt x="364705" y="504367"/>
                  </a:lnTo>
                  <a:lnTo>
                    <a:pt x="368414" y="501319"/>
                  </a:lnTo>
                  <a:close/>
                </a:path>
                <a:path w="753745" h="507365">
                  <a:moveTo>
                    <a:pt x="375424" y="113372"/>
                  </a:moveTo>
                  <a:lnTo>
                    <a:pt x="374116" y="111302"/>
                  </a:lnTo>
                  <a:lnTo>
                    <a:pt x="371894" y="110426"/>
                  </a:lnTo>
                  <a:lnTo>
                    <a:pt x="367690" y="110426"/>
                  </a:lnTo>
                  <a:lnTo>
                    <a:pt x="366522" y="111302"/>
                  </a:lnTo>
                  <a:lnTo>
                    <a:pt x="367169" y="112344"/>
                  </a:lnTo>
                  <a:lnTo>
                    <a:pt x="367792" y="113372"/>
                  </a:lnTo>
                  <a:lnTo>
                    <a:pt x="370052" y="114236"/>
                  </a:lnTo>
                  <a:lnTo>
                    <a:pt x="372148" y="114236"/>
                  </a:lnTo>
                  <a:lnTo>
                    <a:pt x="374256" y="114236"/>
                  </a:lnTo>
                  <a:lnTo>
                    <a:pt x="375424" y="113372"/>
                  </a:lnTo>
                  <a:close/>
                </a:path>
                <a:path w="753745" h="507365">
                  <a:moveTo>
                    <a:pt x="385254" y="109385"/>
                  </a:moveTo>
                  <a:lnTo>
                    <a:pt x="383489" y="108521"/>
                  </a:lnTo>
                  <a:lnTo>
                    <a:pt x="379183" y="108521"/>
                  </a:lnTo>
                  <a:lnTo>
                    <a:pt x="377939" y="109385"/>
                  </a:lnTo>
                  <a:lnTo>
                    <a:pt x="379234" y="111480"/>
                  </a:lnTo>
                  <a:lnTo>
                    <a:pt x="381000" y="112344"/>
                  </a:lnTo>
                  <a:lnTo>
                    <a:pt x="382524" y="112344"/>
                  </a:lnTo>
                  <a:lnTo>
                    <a:pt x="384035" y="112344"/>
                  </a:lnTo>
                  <a:lnTo>
                    <a:pt x="385254" y="111480"/>
                  </a:lnTo>
                  <a:lnTo>
                    <a:pt x="385254" y="109385"/>
                  </a:lnTo>
                  <a:close/>
                </a:path>
                <a:path w="753745" h="507365">
                  <a:moveTo>
                    <a:pt x="461416" y="96012"/>
                  </a:moveTo>
                  <a:lnTo>
                    <a:pt x="458647" y="93967"/>
                  </a:lnTo>
                  <a:lnTo>
                    <a:pt x="456882" y="93294"/>
                  </a:lnTo>
                  <a:lnTo>
                    <a:pt x="454888" y="93611"/>
                  </a:lnTo>
                  <a:lnTo>
                    <a:pt x="454202" y="94665"/>
                  </a:lnTo>
                  <a:lnTo>
                    <a:pt x="451688" y="95758"/>
                  </a:lnTo>
                  <a:lnTo>
                    <a:pt x="445757" y="97282"/>
                  </a:lnTo>
                  <a:lnTo>
                    <a:pt x="437299" y="99060"/>
                  </a:lnTo>
                  <a:lnTo>
                    <a:pt x="408190" y="104178"/>
                  </a:lnTo>
                  <a:lnTo>
                    <a:pt x="401751" y="105422"/>
                  </a:lnTo>
                  <a:lnTo>
                    <a:pt x="398614" y="106159"/>
                  </a:lnTo>
                  <a:lnTo>
                    <a:pt x="397040" y="106730"/>
                  </a:lnTo>
                  <a:lnTo>
                    <a:pt x="394335" y="107022"/>
                  </a:lnTo>
                  <a:lnTo>
                    <a:pt x="390842" y="106603"/>
                  </a:lnTo>
                  <a:lnTo>
                    <a:pt x="388937" y="107200"/>
                  </a:lnTo>
                  <a:lnTo>
                    <a:pt x="387197" y="110007"/>
                  </a:lnTo>
                  <a:lnTo>
                    <a:pt x="392341" y="110629"/>
                  </a:lnTo>
                  <a:lnTo>
                    <a:pt x="396697" y="109118"/>
                  </a:lnTo>
                  <a:lnTo>
                    <a:pt x="398284" y="108585"/>
                  </a:lnTo>
                  <a:lnTo>
                    <a:pt x="403415" y="107797"/>
                  </a:lnTo>
                  <a:lnTo>
                    <a:pt x="412864" y="106997"/>
                  </a:lnTo>
                  <a:lnTo>
                    <a:pt x="419722" y="106197"/>
                  </a:lnTo>
                  <a:lnTo>
                    <a:pt x="445198" y="102222"/>
                  </a:lnTo>
                  <a:lnTo>
                    <a:pt x="454393" y="100317"/>
                  </a:lnTo>
                  <a:lnTo>
                    <a:pt x="459892" y="98196"/>
                  </a:lnTo>
                  <a:lnTo>
                    <a:pt x="461416" y="96012"/>
                  </a:lnTo>
                  <a:close/>
                </a:path>
                <a:path w="753745" h="507365">
                  <a:moveTo>
                    <a:pt x="507174" y="39204"/>
                  </a:moveTo>
                  <a:lnTo>
                    <a:pt x="505879" y="38684"/>
                  </a:lnTo>
                  <a:lnTo>
                    <a:pt x="504558" y="38176"/>
                  </a:lnTo>
                  <a:lnTo>
                    <a:pt x="502424" y="38176"/>
                  </a:lnTo>
                  <a:lnTo>
                    <a:pt x="499808" y="39204"/>
                  </a:lnTo>
                  <a:lnTo>
                    <a:pt x="500862" y="39649"/>
                  </a:lnTo>
                  <a:lnTo>
                    <a:pt x="506107" y="39649"/>
                  </a:lnTo>
                  <a:lnTo>
                    <a:pt x="507174" y="39204"/>
                  </a:lnTo>
                  <a:close/>
                </a:path>
                <a:path w="753745" h="507365">
                  <a:moveTo>
                    <a:pt x="753376" y="1346"/>
                  </a:moveTo>
                  <a:lnTo>
                    <a:pt x="752754" y="698"/>
                  </a:lnTo>
                  <a:lnTo>
                    <a:pt x="752119" y="76"/>
                  </a:lnTo>
                  <a:lnTo>
                    <a:pt x="750468" y="0"/>
                  </a:lnTo>
                  <a:lnTo>
                    <a:pt x="749096" y="546"/>
                  </a:lnTo>
                  <a:lnTo>
                    <a:pt x="747585" y="1168"/>
                  </a:lnTo>
                  <a:lnTo>
                    <a:pt x="748030" y="1612"/>
                  </a:lnTo>
                  <a:lnTo>
                    <a:pt x="750265" y="1714"/>
                  </a:lnTo>
                  <a:lnTo>
                    <a:pt x="752259" y="1790"/>
                  </a:lnTo>
                  <a:lnTo>
                    <a:pt x="753376" y="13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0301628" y="8906192"/>
              <a:ext cx="826135" cy="365760"/>
            </a:xfrm>
            <a:custGeom>
              <a:avLst/>
              <a:gdLst/>
              <a:ahLst/>
              <a:cxnLst/>
              <a:rect l="l" t="t" r="r" b="b"/>
              <a:pathLst>
                <a:path w="826134" h="365759">
                  <a:moveTo>
                    <a:pt x="604241" y="336550"/>
                  </a:moveTo>
                  <a:lnTo>
                    <a:pt x="583304" y="336550"/>
                  </a:lnTo>
                  <a:lnTo>
                    <a:pt x="582684" y="340360"/>
                  </a:lnTo>
                  <a:lnTo>
                    <a:pt x="578167" y="353060"/>
                  </a:lnTo>
                  <a:lnTo>
                    <a:pt x="578167" y="354330"/>
                  </a:lnTo>
                  <a:lnTo>
                    <a:pt x="581099" y="359410"/>
                  </a:lnTo>
                  <a:lnTo>
                    <a:pt x="585341" y="363220"/>
                  </a:lnTo>
                  <a:lnTo>
                    <a:pt x="590945" y="365760"/>
                  </a:lnTo>
                  <a:lnTo>
                    <a:pt x="596993" y="365760"/>
                  </a:lnTo>
                  <a:lnTo>
                    <a:pt x="602562" y="364490"/>
                  </a:lnTo>
                  <a:lnTo>
                    <a:pt x="606661" y="361950"/>
                  </a:lnTo>
                  <a:lnTo>
                    <a:pt x="607156" y="360680"/>
                  </a:lnTo>
                  <a:lnTo>
                    <a:pt x="605874" y="358140"/>
                  </a:lnTo>
                  <a:lnTo>
                    <a:pt x="597372" y="358140"/>
                  </a:lnTo>
                  <a:lnTo>
                    <a:pt x="595709" y="355600"/>
                  </a:lnTo>
                  <a:lnTo>
                    <a:pt x="594826" y="350520"/>
                  </a:lnTo>
                  <a:lnTo>
                    <a:pt x="599230" y="341630"/>
                  </a:lnTo>
                  <a:lnTo>
                    <a:pt x="604241" y="336550"/>
                  </a:lnTo>
                  <a:close/>
                </a:path>
                <a:path w="826134" h="365759">
                  <a:moveTo>
                    <a:pt x="597920" y="351790"/>
                  </a:moveTo>
                  <a:lnTo>
                    <a:pt x="597920" y="358140"/>
                  </a:lnTo>
                  <a:lnTo>
                    <a:pt x="605874" y="358140"/>
                  </a:lnTo>
                  <a:lnTo>
                    <a:pt x="603312" y="353060"/>
                  </a:lnTo>
                  <a:lnTo>
                    <a:pt x="597920" y="351790"/>
                  </a:lnTo>
                  <a:close/>
                </a:path>
                <a:path w="826134" h="365759">
                  <a:moveTo>
                    <a:pt x="585406" y="325120"/>
                  </a:moveTo>
                  <a:lnTo>
                    <a:pt x="560494" y="325120"/>
                  </a:lnTo>
                  <a:lnTo>
                    <a:pt x="561793" y="326390"/>
                  </a:lnTo>
                  <a:lnTo>
                    <a:pt x="563015" y="330200"/>
                  </a:lnTo>
                  <a:lnTo>
                    <a:pt x="569265" y="330200"/>
                  </a:lnTo>
                  <a:lnTo>
                    <a:pt x="580735" y="335280"/>
                  </a:lnTo>
                  <a:lnTo>
                    <a:pt x="580735" y="337820"/>
                  </a:lnTo>
                  <a:lnTo>
                    <a:pt x="581492" y="337820"/>
                  </a:lnTo>
                  <a:lnTo>
                    <a:pt x="583304" y="336550"/>
                  </a:lnTo>
                  <a:lnTo>
                    <a:pt x="604241" y="336550"/>
                  </a:lnTo>
                  <a:lnTo>
                    <a:pt x="607999" y="332740"/>
                  </a:lnTo>
                  <a:lnTo>
                    <a:pt x="614105" y="327660"/>
                  </a:lnTo>
                  <a:lnTo>
                    <a:pt x="586710" y="327660"/>
                  </a:lnTo>
                  <a:lnTo>
                    <a:pt x="585406" y="325120"/>
                  </a:lnTo>
                  <a:close/>
                </a:path>
                <a:path w="826134" h="365759">
                  <a:moveTo>
                    <a:pt x="812665" y="241300"/>
                  </a:moveTo>
                  <a:lnTo>
                    <a:pt x="770070" y="250190"/>
                  </a:lnTo>
                  <a:lnTo>
                    <a:pt x="706395" y="267970"/>
                  </a:lnTo>
                  <a:lnTo>
                    <a:pt x="643688" y="293370"/>
                  </a:lnTo>
                  <a:lnTo>
                    <a:pt x="600256" y="321310"/>
                  </a:lnTo>
                  <a:lnTo>
                    <a:pt x="591922" y="326390"/>
                  </a:lnTo>
                  <a:lnTo>
                    <a:pt x="586710" y="327660"/>
                  </a:lnTo>
                  <a:lnTo>
                    <a:pt x="614105" y="327660"/>
                  </a:lnTo>
                  <a:lnTo>
                    <a:pt x="620211" y="322580"/>
                  </a:lnTo>
                  <a:lnTo>
                    <a:pt x="631593" y="316230"/>
                  </a:lnTo>
                  <a:lnTo>
                    <a:pt x="649095" y="306070"/>
                  </a:lnTo>
                  <a:lnTo>
                    <a:pt x="665435" y="297180"/>
                  </a:lnTo>
                  <a:lnTo>
                    <a:pt x="673331" y="292100"/>
                  </a:lnTo>
                  <a:lnTo>
                    <a:pt x="673641" y="292100"/>
                  </a:lnTo>
                  <a:lnTo>
                    <a:pt x="680439" y="289560"/>
                  </a:lnTo>
                  <a:lnTo>
                    <a:pt x="688436" y="285750"/>
                  </a:lnTo>
                  <a:lnTo>
                    <a:pt x="705396" y="279400"/>
                  </a:lnTo>
                  <a:lnTo>
                    <a:pt x="727399" y="271780"/>
                  </a:lnTo>
                  <a:lnTo>
                    <a:pt x="751012" y="264160"/>
                  </a:lnTo>
                  <a:lnTo>
                    <a:pt x="772803" y="257810"/>
                  </a:lnTo>
                  <a:lnTo>
                    <a:pt x="787024" y="254000"/>
                  </a:lnTo>
                  <a:lnTo>
                    <a:pt x="796004" y="251460"/>
                  </a:lnTo>
                  <a:lnTo>
                    <a:pt x="798070" y="250190"/>
                  </a:lnTo>
                  <a:lnTo>
                    <a:pt x="789957" y="250190"/>
                  </a:lnTo>
                  <a:lnTo>
                    <a:pt x="789177" y="248920"/>
                  </a:lnTo>
                  <a:lnTo>
                    <a:pt x="790267" y="247650"/>
                  </a:lnTo>
                  <a:lnTo>
                    <a:pt x="791048" y="246380"/>
                  </a:lnTo>
                  <a:lnTo>
                    <a:pt x="798597" y="246380"/>
                  </a:lnTo>
                  <a:lnTo>
                    <a:pt x="801165" y="245110"/>
                  </a:lnTo>
                  <a:lnTo>
                    <a:pt x="810020" y="243840"/>
                  </a:lnTo>
                  <a:lnTo>
                    <a:pt x="813184" y="242570"/>
                  </a:lnTo>
                  <a:lnTo>
                    <a:pt x="812665" y="241300"/>
                  </a:lnTo>
                  <a:close/>
                </a:path>
                <a:path w="826134" h="365759">
                  <a:moveTo>
                    <a:pt x="823343" y="214630"/>
                  </a:moveTo>
                  <a:lnTo>
                    <a:pt x="651481" y="214630"/>
                  </a:lnTo>
                  <a:lnTo>
                    <a:pt x="649926" y="217170"/>
                  </a:lnTo>
                  <a:lnTo>
                    <a:pt x="650444" y="218440"/>
                  </a:lnTo>
                  <a:lnTo>
                    <a:pt x="651767" y="218440"/>
                  </a:lnTo>
                  <a:lnTo>
                    <a:pt x="653066" y="219710"/>
                  </a:lnTo>
                  <a:lnTo>
                    <a:pt x="651141" y="220980"/>
                  </a:lnTo>
                  <a:lnTo>
                    <a:pt x="647483" y="220980"/>
                  </a:lnTo>
                  <a:lnTo>
                    <a:pt x="634098" y="224790"/>
                  </a:lnTo>
                  <a:lnTo>
                    <a:pt x="597652" y="238760"/>
                  </a:lnTo>
                  <a:lnTo>
                    <a:pt x="557720" y="259080"/>
                  </a:lnTo>
                  <a:lnTo>
                    <a:pt x="537298" y="295910"/>
                  </a:lnTo>
                  <a:lnTo>
                    <a:pt x="540134" y="303530"/>
                  </a:lnTo>
                  <a:lnTo>
                    <a:pt x="544841" y="311150"/>
                  </a:lnTo>
                  <a:lnTo>
                    <a:pt x="550082" y="318770"/>
                  </a:lnTo>
                  <a:lnTo>
                    <a:pt x="554524" y="322580"/>
                  </a:lnTo>
                  <a:lnTo>
                    <a:pt x="556371" y="322580"/>
                  </a:lnTo>
                  <a:lnTo>
                    <a:pt x="557873" y="323850"/>
                  </a:lnTo>
                  <a:lnTo>
                    <a:pt x="557873" y="326390"/>
                  </a:lnTo>
                  <a:lnTo>
                    <a:pt x="558629" y="326390"/>
                  </a:lnTo>
                  <a:lnTo>
                    <a:pt x="560494" y="325120"/>
                  </a:lnTo>
                  <a:lnTo>
                    <a:pt x="585406" y="325120"/>
                  </a:lnTo>
                  <a:lnTo>
                    <a:pt x="584754" y="323850"/>
                  </a:lnTo>
                  <a:lnTo>
                    <a:pt x="585710" y="318770"/>
                  </a:lnTo>
                  <a:lnTo>
                    <a:pt x="578841" y="318770"/>
                  </a:lnTo>
                  <a:lnTo>
                    <a:pt x="578841" y="313690"/>
                  </a:lnTo>
                  <a:lnTo>
                    <a:pt x="579985" y="312420"/>
                  </a:lnTo>
                  <a:lnTo>
                    <a:pt x="589127" y="312420"/>
                  </a:lnTo>
                  <a:lnTo>
                    <a:pt x="590106" y="311150"/>
                  </a:lnTo>
                  <a:lnTo>
                    <a:pt x="576922" y="311150"/>
                  </a:lnTo>
                  <a:lnTo>
                    <a:pt x="576922" y="308610"/>
                  </a:lnTo>
                  <a:lnTo>
                    <a:pt x="577780" y="307340"/>
                  </a:lnTo>
                  <a:lnTo>
                    <a:pt x="593045" y="307340"/>
                  </a:lnTo>
                  <a:lnTo>
                    <a:pt x="600883" y="297180"/>
                  </a:lnTo>
                  <a:lnTo>
                    <a:pt x="631574" y="276860"/>
                  </a:lnTo>
                  <a:lnTo>
                    <a:pt x="673866" y="256540"/>
                  </a:lnTo>
                  <a:lnTo>
                    <a:pt x="723365" y="240030"/>
                  </a:lnTo>
                  <a:lnTo>
                    <a:pt x="733004" y="237490"/>
                  </a:lnTo>
                  <a:lnTo>
                    <a:pt x="740921" y="234950"/>
                  </a:lnTo>
                  <a:lnTo>
                    <a:pt x="755934" y="234950"/>
                  </a:lnTo>
                  <a:lnTo>
                    <a:pt x="753390" y="233680"/>
                  </a:lnTo>
                  <a:lnTo>
                    <a:pt x="750487" y="232534"/>
                  </a:lnTo>
                  <a:lnTo>
                    <a:pt x="750000" y="232534"/>
                  </a:lnTo>
                  <a:lnTo>
                    <a:pt x="756011" y="231140"/>
                  </a:lnTo>
                  <a:lnTo>
                    <a:pt x="766305" y="229870"/>
                  </a:lnTo>
                  <a:lnTo>
                    <a:pt x="806433" y="229870"/>
                  </a:lnTo>
                  <a:lnTo>
                    <a:pt x="806385" y="228600"/>
                  </a:lnTo>
                  <a:lnTo>
                    <a:pt x="807034" y="227330"/>
                  </a:lnTo>
                  <a:lnTo>
                    <a:pt x="817182" y="227330"/>
                  </a:lnTo>
                  <a:lnTo>
                    <a:pt x="817182" y="223520"/>
                  </a:lnTo>
                  <a:lnTo>
                    <a:pt x="818659" y="220980"/>
                  </a:lnTo>
                  <a:lnTo>
                    <a:pt x="823069" y="219710"/>
                  </a:lnTo>
                  <a:lnTo>
                    <a:pt x="824290" y="219710"/>
                  </a:lnTo>
                  <a:lnTo>
                    <a:pt x="823146" y="217170"/>
                  </a:lnTo>
                  <a:lnTo>
                    <a:pt x="823796" y="215900"/>
                  </a:lnTo>
                  <a:lnTo>
                    <a:pt x="825845" y="215900"/>
                  </a:lnTo>
                  <a:lnTo>
                    <a:pt x="823343" y="214630"/>
                  </a:lnTo>
                  <a:close/>
                </a:path>
                <a:path w="826134" h="365759">
                  <a:moveTo>
                    <a:pt x="589127" y="312420"/>
                  </a:moveTo>
                  <a:lnTo>
                    <a:pt x="579985" y="312420"/>
                  </a:lnTo>
                  <a:lnTo>
                    <a:pt x="581617" y="314960"/>
                  </a:lnTo>
                  <a:lnTo>
                    <a:pt x="582219" y="316230"/>
                  </a:lnTo>
                  <a:lnTo>
                    <a:pt x="581856" y="317500"/>
                  </a:lnTo>
                  <a:lnTo>
                    <a:pt x="579699" y="318770"/>
                  </a:lnTo>
                  <a:lnTo>
                    <a:pt x="585710" y="318770"/>
                  </a:lnTo>
                  <a:lnTo>
                    <a:pt x="586187" y="316230"/>
                  </a:lnTo>
                  <a:lnTo>
                    <a:pt x="589127" y="312420"/>
                  </a:lnTo>
                  <a:close/>
                </a:path>
                <a:path w="826134" h="365759">
                  <a:moveTo>
                    <a:pt x="593045" y="307340"/>
                  </a:moveTo>
                  <a:lnTo>
                    <a:pt x="579883" y="307340"/>
                  </a:lnTo>
                  <a:lnTo>
                    <a:pt x="580735" y="308610"/>
                  </a:lnTo>
                  <a:lnTo>
                    <a:pt x="580735" y="311150"/>
                  </a:lnTo>
                  <a:lnTo>
                    <a:pt x="590106" y="311150"/>
                  </a:lnTo>
                  <a:lnTo>
                    <a:pt x="593045" y="307340"/>
                  </a:lnTo>
                  <a:close/>
                </a:path>
                <a:path w="826134" h="365759">
                  <a:moveTo>
                    <a:pt x="799819" y="246380"/>
                  </a:moveTo>
                  <a:lnTo>
                    <a:pt x="791852" y="246380"/>
                  </a:lnTo>
                  <a:lnTo>
                    <a:pt x="792603" y="247650"/>
                  </a:lnTo>
                  <a:lnTo>
                    <a:pt x="793693" y="248920"/>
                  </a:lnTo>
                  <a:lnTo>
                    <a:pt x="792913" y="250190"/>
                  </a:lnTo>
                  <a:lnTo>
                    <a:pt x="798070" y="250190"/>
                  </a:lnTo>
                  <a:lnTo>
                    <a:pt x="800137" y="248920"/>
                  </a:lnTo>
                  <a:lnTo>
                    <a:pt x="799819" y="246380"/>
                  </a:lnTo>
                  <a:close/>
                </a:path>
                <a:path w="826134" h="365759">
                  <a:moveTo>
                    <a:pt x="806433" y="229870"/>
                  </a:moveTo>
                  <a:lnTo>
                    <a:pt x="766305" y="229870"/>
                  </a:lnTo>
                  <a:lnTo>
                    <a:pt x="776028" y="231140"/>
                  </a:lnTo>
                  <a:lnTo>
                    <a:pt x="784704" y="232534"/>
                  </a:lnTo>
                  <a:lnTo>
                    <a:pt x="784089" y="232534"/>
                  </a:lnTo>
                  <a:lnTo>
                    <a:pt x="788765" y="236220"/>
                  </a:lnTo>
                  <a:lnTo>
                    <a:pt x="789385" y="237490"/>
                  </a:lnTo>
                  <a:lnTo>
                    <a:pt x="798311" y="237490"/>
                  </a:lnTo>
                  <a:lnTo>
                    <a:pt x="805658" y="236220"/>
                  </a:lnTo>
                  <a:lnTo>
                    <a:pt x="806671" y="236220"/>
                  </a:lnTo>
                  <a:lnTo>
                    <a:pt x="806576" y="233680"/>
                  </a:lnTo>
                  <a:lnTo>
                    <a:pt x="806480" y="231140"/>
                  </a:lnTo>
                  <a:lnTo>
                    <a:pt x="806433" y="229870"/>
                  </a:lnTo>
                  <a:close/>
                </a:path>
                <a:path w="826134" h="365759">
                  <a:moveTo>
                    <a:pt x="817182" y="227330"/>
                  </a:moveTo>
                  <a:lnTo>
                    <a:pt x="807034" y="227330"/>
                  </a:lnTo>
                  <a:lnTo>
                    <a:pt x="816425" y="229870"/>
                  </a:lnTo>
                  <a:lnTo>
                    <a:pt x="817182" y="229870"/>
                  </a:lnTo>
                  <a:lnTo>
                    <a:pt x="817182" y="227330"/>
                  </a:lnTo>
                  <a:close/>
                </a:path>
                <a:path w="826134" h="365759">
                  <a:moveTo>
                    <a:pt x="605052" y="205740"/>
                  </a:moveTo>
                  <a:lnTo>
                    <a:pt x="599809" y="205740"/>
                  </a:lnTo>
                  <a:lnTo>
                    <a:pt x="599809" y="207010"/>
                  </a:lnTo>
                  <a:lnTo>
                    <a:pt x="608347" y="209550"/>
                  </a:lnTo>
                  <a:lnTo>
                    <a:pt x="630328" y="212090"/>
                  </a:lnTo>
                  <a:lnTo>
                    <a:pt x="637598" y="214630"/>
                  </a:lnTo>
                  <a:lnTo>
                    <a:pt x="636972" y="217170"/>
                  </a:lnTo>
                  <a:lnTo>
                    <a:pt x="639880" y="217170"/>
                  </a:lnTo>
                  <a:lnTo>
                    <a:pt x="650367" y="214630"/>
                  </a:lnTo>
                  <a:lnTo>
                    <a:pt x="823343" y="214630"/>
                  </a:lnTo>
                  <a:lnTo>
                    <a:pt x="820840" y="213360"/>
                  </a:lnTo>
                  <a:lnTo>
                    <a:pt x="820048" y="212090"/>
                  </a:lnTo>
                  <a:lnTo>
                    <a:pt x="666105" y="212090"/>
                  </a:lnTo>
                  <a:lnTo>
                    <a:pt x="634404" y="209550"/>
                  </a:lnTo>
                  <a:lnTo>
                    <a:pt x="627275" y="209550"/>
                  </a:lnTo>
                  <a:lnTo>
                    <a:pt x="611293" y="207010"/>
                  </a:lnTo>
                  <a:lnTo>
                    <a:pt x="605052" y="205740"/>
                  </a:lnTo>
                  <a:close/>
                </a:path>
                <a:path w="826134" h="365759">
                  <a:moveTo>
                    <a:pt x="818265" y="204470"/>
                  </a:moveTo>
                  <a:lnTo>
                    <a:pt x="637385" y="204470"/>
                  </a:lnTo>
                  <a:lnTo>
                    <a:pt x="674517" y="209550"/>
                  </a:lnTo>
                  <a:lnTo>
                    <a:pt x="683711" y="212090"/>
                  </a:lnTo>
                  <a:lnTo>
                    <a:pt x="820048" y="212090"/>
                  </a:lnTo>
                  <a:lnTo>
                    <a:pt x="819255" y="210820"/>
                  </a:lnTo>
                  <a:lnTo>
                    <a:pt x="818265" y="204470"/>
                  </a:lnTo>
                  <a:close/>
                </a:path>
                <a:path w="826134" h="365759">
                  <a:moveTo>
                    <a:pt x="798156" y="167640"/>
                  </a:moveTo>
                  <a:lnTo>
                    <a:pt x="428197" y="167640"/>
                  </a:lnTo>
                  <a:lnTo>
                    <a:pt x="428197" y="168910"/>
                  </a:lnTo>
                  <a:lnTo>
                    <a:pt x="430557" y="170180"/>
                  </a:lnTo>
                  <a:lnTo>
                    <a:pt x="437867" y="170180"/>
                  </a:lnTo>
                  <a:lnTo>
                    <a:pt x="458819" y="173990"/>
                  </a:lnTo>
                  <a:lnTo>
                    <a:pt x="554685" y="193040"/>
                  </a:lnTo>
                  <a:lnTo>
                    <a:pt x="568841" y="195580"/>
                  </a:lnTo>
                  <a:lnTo>
                    <a:pt x="580841" y="196850"/>
                  </a:lnTo>
                  <a:lnTo>
                    <a:pt x="589416" y="198120"/>
                  </a:lnTo>
                  <a:lnTo>
                    <a:pt x="595995" y="198120"/>
                  </a:lnTo>
                  <a:lnTo>
                    <a:pt x="595995" y="200660"/>
                  </a:lnTo>
                  <a:lnTo>
                    <a:pt x="612190" y="200660"/>
                  </a:lnTo>
                  <a:lnTo>
                    <a:pt x="611726" y="201930"/>
                  </a:lnTo>
                  <a:lnTo>
                    <a:pt x="625943" y="201930"/>
                  </a:lnTo>
                  <a:lnTo>
                    <a:pt x="625192" y="203200"/>
                  </a:lnTo>
                  <a:lnTo>
                    <a:pt x="624411" y="204470"/>
                  </a:lnTo>
                  <a:lnTo>
                    <a:pt x="625269" y="205740"/>
                  </a:lnTo>
                  <a:lnTo>
                    <a:pt x="627504" y="204470"/>
                  </a:lnTo>
                  <a:lnTo>
                    <a:pt x="818265" y="204470"/>
                  </a:lnTo>
                  <a:lnTo>
                    <a:pt x="817670" y="200660"/>
                  </a:lnTo>
                  <a:lnTo>
                    <a:pt x="815257" y="193040"/>
                  </a:lnTo>
                  <a:lnTo>
                    <a:pt x="810770" y="184150"/>
                  </a:lnTo>
                  <a:lnTo>
                    <a:pt x="808929" y="179070"/>
                  </a:lnTo>
                  <a:lnTo>
                    <a:pt x="808929" y="176530"/>
                  </a:lnTo>
                  <a:lnTo>
                    <a:pt x="807422" y="176530"/>
                  </a:lnTo>
                  <a:lnTo>
                    <a:pt x="805426" y="173990"/>
                  </a:lnTo>
                  <a:lnTo>
                    <a:pt x="801606" y="168910"/>
                  </a:lnTo>
                  <a:lnTo>
                    <a:pt x="799950" y="168910"/>
                  </a:lnTo>
                  <a:lnTo>
                    <a:pt x="798156" y="167640"/>
                  </a:lnTo>
                  <a:close/>
                </a:path>
                <a:path w="826134" h="365759">
                  <a:moveTo>
                    <a:pt x="808929" y="175260"/>
                  </a:moveTo>
                  <a:lnTo>
                    <a:pt x="807940" y="175260"/>
                  </a:lnTo>
                  <a:lnTo>
                    <a:pt x="807422" y="176530"/>
                  </a:lnTo>
                  <a:lnTo>
                    <a:pt x="808929" y="176530"/>
                  </a:lnTo>
                  <a:lnTo>
                    <a:pt x="808929" y="175260"/>
                  </a:lnTo>
                  <a:close/>
                </a:path>
                <a:path w="826134" h="365759">
                  <a:moveTo>
                    <a:pt x="792603" y="161290"/>
                  </a:moveTo>
                  <a:lnTo>
                    <a:pt x="793306" y="162560"/>
                  </a:lnTo>
                  <a:lnTo>
                    <a:pt x="792350" y="165100"/>
                  </a:lnTo>
                  <a:lnTo>
                    <a:pt x="418878" y="165100"/>
                  </a:lnTo>
                  <a:lnTo>
                    <a:pt x="416959" y="167640"/>
                  </a:lnTo>
                  <a:lnTo>
                    <a:pt x="418282" y="168910"/>
                  </a:lnTo>
                  <a:lnTo>
                    <a:pt x="425575" y="167640"/>
                  </a:lnTo>
                  <a:lnTo>
                    <a:pt x="798156" y="167640"/>
                  </a:lnTo>
                  <a:lnTo>
                    <a:pt x="793824" y="162560"/>
                  </a:lnTo>
                  <a:lnTo>
                    <a:pt x="792603" y="161290"/>
                  </a:lnTo>
                  <a:close/>
                </a:path>
                <a:path w="826134" h="365759">
                  <a:moveTo>
                    <a:pt x="800027" y="166370"/>
                  </a:moveTo>
                  <a:lnTo>
                    <a:pt x="799950" y="168910"/>
                  </a:lnTo>
                  <a:lnTo>
                    <a:pt x="801606" y="168910"/>
                  </a:lnTo>
                  <a:lnTo>
                    <a:pt x="800027" y="166370"/>
                  </a:lnTo>
                  <a:close/>
                </a:path>
                <a:path w="826134" h="365759">
                  <a:moveTo>
                    <a:pt x="778058" y="156210"/>
                  </a:moveTo>
                  <a:lnTo>
                    <a:pt x="365293" y="156210"/>
                  </a:lnTo>
                  <a:lnTo>
                    <a:pt x="373268" y="157480"/>
                  </a:lnTo>
                  <a:lnTo>
                    <a:pt x="402243" y="162560"/>
                  </a:lnTo>
                  <a:lnTo>
                    <a:pt x="408033" y="165100"/>
                  </a:lnTo>
                  <a:lnTo>
                    <a:pt x="407485" y="166370"/>
                  </a:lnTo>
                  <a:lnTo>
                    <a:pt x="409797" y="166370"/>
                  </a:lnTo>
                  <a:lnTo>
                    <a:pt x="413146" y="165100"/>
                  </a:lnTo>
                  <a:lnTo>
                    <a:pt x="792350" y="165100"/>
                  </a:lnTo>
                  <a:lnTo>
                    <a:pt x="785006" y="161290"/>
                  </a:lnTo>
                  <a:lnTo>
                    <a:pt x="778058" y="156210"/>
                  </a:lnTo>
                  <a:close/>
                </a:path>
                <a:path w="826134" h="365759">
                  <a:moveTo>
                    <a:pt x="544174" y="152400"/>
                  </a:moveTo>
                  <a:lnTo>
                    <a:pt x="365549" y="152400"/>
                  </a:lnTo>
                  <a:lnTo>
                    <a:pt x="363917" y="156210"/>
                  </a:lnTo>
                  <a:lnTo>
                    <a:pt x="364226" y="157480"/>
                  </a:lnTo>
                  <a:lnTo>
                    <a:pt x="365293" y="156210"/>
                  </a:lnTo>
                  <a:lnTo>
                    <a:pt x="778058" y="156210"/>
                  </a:lnTo>
                  <a:lnTo>
                    <a:pt x="776321" y="154940"/>
                  </a:lnTo>
                  <a:lnTo>
                    <a:pt x="559797" y="154940"/>
                  </a:lnTo>
                  <a:lnTo>
                    <a:pt x="558522" y="153670"/>
                  </a:lnTo>
                  <a:lnTo>
                    <a:pt x="546766" y="153670"/>
                  </a:lnTo>
                  <a:lnTo>
                    <a:pt x="544174" y="152400"/>
                  </a:lnTo>
                  <a:close/>
                </a:path>
                <a:path w="826134" h="365759">
                  <a:moveTo>
                    <a:pt x="536410" y="142240"/>
                  </a:moveTo>
                  <a:lnTo>
                    <a:pt x="529766" y="142240"/>
                  </a:lnTo>
                  <a:lnTo>
                    <a:pt x="529015" y="147320"/>
                  </a:lnTo>
                  <a:lnTo>
                    <a:pt x="539735" y="151130"/>
                  </a:lnTo>
                  <a:lnTo>
                    <a:pt x="354752" y="151130"/>
                  </a:lnTo>
                  <a:lnTo>
                    <a:pt x="355896" y="152400"/>
                  </a:lnTo>
                  <a:lnTo>
                    <a:pt x="353298" y="156210"/>
                  </a:lnTo>
                  <a:lnTo>
                    <a:pt x="354103" y="156210"/>
                  </a:lnTo>
                  <a:lnTo>
                    <a:pt x="360621" y="153670"/>
                  </a:lnTo>
                  <a:lnTo>
                    <a:pt x="364929" y="152400"/>
                  </a:lnTo>
                  <a:lnTo>
                    <a:pt x="544174" y="152400"/>
                  </a:lnTo>
                  <a:lnTo>
                    <a:pt x="539109" y="149860"/>
                  </a:lnTo>
                  <a:lnTo>
                    <a:pt x="635107" y="149860"/>
                  </a:lnTo>
                  <a:lnTo>
                    <a:pt x="626282" y="148590"/>
                  </a:lnTo>
                  <a:lnTo>
                    <a:pt x="566882" y="148590"/>
                  </a:lnTo>
                  <a:lnTo>
                    <a:pt x="565112" y="146050"/>
                  </a:lnTo>
                  <a:lnTo>
                    <a:pt x="563325" y="144780"/>
                  </a:lnTo>
                  <a:lnTo>
                    <a:pt x="546624" y="144780"/>
                  </a:lnTo>
                  <a:lnTo>
                    <a:pt x="536410" y="142240"/>
                  </a:lnTo>
                  <a:close/>
                </a:path>
                <a:path w="826134" h="365759">
                  <a:moveTo>
                    <a:pt x="772846" y="152400"/>
                  </a:moveTo>
                  <a:lnTo>
                    <a:pt x="559821" y="152400"/>
                  </a:lnTo>
                  <a:lnTo>
                    <a:pt x="565476" y="153670"/>
                  </a:lnTo>
                  <a:lnTo>
                    <a:pt x="565476" y="154940"/>
                  </a:lnTo>
                  <a:lnTo>
                    <a:pt x="776321" y="154940"/>
                  </a:lnTo>
                  <a:lnTo>
                    <a:pt x="772846" y="152400"/>
                  </a:lnTo>
                  <a:close/>
                </a:path>
                <a:path w="826134" h="365759">
                  <a:moveTo>
                    <a:pt x="635107" y="149860"/>
                  </a:moveTo>
                  <a:lnTo>
                    <a:pt x="542124" y="149860"/>
                  </a:lnTo>
                  <a:lnTo>
                    <a:pt x="547362" y="151130"/>
                  </a:lnTo>
                  <a:lnTo>
                    <a:pt x="549882" y="152400"/>
                  </a:lnTo>
                  <a:lnTo>
                    <a:pt x="550216" y="153670"/>
                  </a:lnTo>
                  <a:lnTo>
                    <a:pt x="559017" y="153670"/>
                  </a:lnTo>
                  <a:lnTo>
                    <a:pt x="559821" y="152400"/>
                  </a:lnTo>
                  <a:lnTo>
                    <a:pt x="772846" y="152400"/>
                  </a:lnTo>
                  <a:lnTo>
                    <a:pt x="771306" y="151130"/>
                  </a:lnTo>
                  <a:lnTo>
                    <a:pt x="643932" y="151130"/>
                  </a:lnTo>
                  <a:lnTo>
                    <a:pt x="635107" y="149860"/>
                  </a:lnTo>
                  <a:close/>
                </a:path>
                <a:path w="826134" h="365759">
                  <a:moveTo>
                    <a:pt x="397701" y="147320"/>
                  </a:moveTo>
                  <a:lnTo>
                    <a:pt x="394382" y="147320"/>
                  </a:lnTo>
                  <a:lnTo>
                    <a:pt x="396486" y="149860"/>
                  </a:lnTo>
                  <a:lnTo>
                    <a:pt x="346631" y="149860"/>
                  </a:lnTo>
                  <a:lnTo>
                    <a:pt x="347900" y="151130"/>
                  </a:lnTo>
                  <a:lnTo>
                    <a:pt x="346786" y="152400"/>
                  </a:lnTo>
                  <a:lnTo>
                    <a:pt x="348579" y="152400"/>
                  </a:lnTo>
                  <a:lnTo>
                    <a:pt x="354752" y="151130"/>
                  </a:lnTo>
                  <a:lnTo>
                    <a:pt x="397701" y="151130"/>
                  </a:lnTo>
                  <a:lnTo>
                    <a:pt x="397701" y="147320"/>
                  </a:lnTo>
                  <a:close/>
                </a:path>
                <a:path w="826134" h="365759">
                  <a:moveTo>
                    <a:pt x="518195" y="146050"/>
                  </a:moveTo>
                  <a:lnTo>
                    <a:pt x="510437" y="147320"/>
                  </a:lnTo>
                  <a:lnTo>
                    <a:pt x="399727" y="147320"/>
                  </a:lnTo>
                  <a:lnTo>
                    <a:pt x="403416" y="149860"/>
                  </a:lnTo>
                  <a:lnTo>
                    <a:pt x="405722" y="151130"/>
                  </a:lnTo>
                  <a:lnTo>
                    <a:pt x="531172" y="151130"/>
                  </a:lnTo>
                  <a:lnTo>
                    <a:pt x="531172" y="149860"/>
                  </a:lnTo>
                  <a:lnTo>
                    <a:pt x="517623" y="149860"/>
                  </a:lnTo>
                  <a:lnTo>
                    <a:pt x="519518" y="147320"/>
                  </a:lnTo>
                  <a:lnTo>
                    <a:pt x="518195" y="146050"/>
                  </a:lnTo>
                  <a:close/>
                </a:path>
                <a:path w="826134" h="365759">
                  <a:moveTo>
                    <a:pt x="618757" y="0"/>
                  </a:moveTo>
                  <a:lnTo>
                    <a:pt x="595143" y="39370"/>
                  </a:lnTo>
                  <a:lnTo>
                    <a:pt x="591211" y="58420"/>
                  </a:lnTo>
                  <a:lnTo>
                    <a:pt x="591112" y="59690"/>
                  </a:lnTo>
                  <a:lnTo>
                    <a:pt x="591013" y="60960"/>
                  </a:lnTo>
                  <a:lnTo>
                    <a:pt x="590914" y="62230"/>
                  </a:lnTo>
                  <a:lnTo>
                    <a:pt x="590815" y="63500"/>
                  </a:lnTo>
                  <a:lnTo>
                    <a:pt x="590708" y="64877"/>
                  </a:lnTo>
                  <a:lnTo>
                    <a:pt x="590618" y="66040"/>
                  </a:lnTo>
                  <a:lnTo>
                    <a:pt x="590519" y="67310"/>
                  </a:lnTo>
                  <a:lnTo>
                    <a:pt x="606552" y="107950"/>
                  </a:lnTo>
                  <a:lnTo>
                    <a:pt x="636838" y="139700"/>
                  </a:lnTo>
                  <a:lnTo>
                    <a:pt x="643310" y="146050"/>
                  </a:lnTo>
                  <a:lnTo>
                    <a:pt x="646304" y="149860"/>
                  </a:lnTo>
                  <a:lnTo>
                    <a:pt x="645981" y="151130"/>
                  </a:lnTo>
                  <a:lnTo>
                    <a:pt x="771306" y="151130"/>
                  </a:lnTo>
                  <a:lnTo>
                    <a:pt x="757441" y="139700"/>
                  </a:lnTo>
                  <a:lnTo>
                    <a:pt x="755153" y="137160"/>
                  </a:lnTo>
                  <a:lnTo>
                    <a:pt x="751394" y="134620"/>
                  </a:lnTo>
                  <a:lnTo>
                    <a:pt x="746668" y="132080"/>
                  </a:lnTo>
                  <a:lnTo>
                    <a:pt x="745322" y="129540"/>
                  </a:lnTo>
                  <a:lnTo>
                    <a:pt x="745995" y="128270"/>
                  </a:lnTo>
                  <a:lnTo>
                    <a:pt x="744255" y="128270"/>
                  </a:lnTo>
                  <a:lnTo>
                    <a:pt x="741348" y="127000"/>
                  </a:lnTo>
                  <a:lnTo>
                    <a:pt x="738857" y="124460"/>
                  </a:lnTo>
                  <a:lnTo>
                    <a:pt x="735367" y="121920"/>
                  </a:lnTo>
                  <a:lnTo>
                    <a:pt x="729243" y="116866"/>
                  </a:lnTo>
                  <a:lnTo>
                    <a:pt x="721255" y="109220"/>
                  </a:lnTo>
                  <a:lnTo>
                    <a:pt x="712365" y="102870"/>
                  </a:lnTo>
                  <a:lnTo>
                    <a:pt x="695214" y="88900"/>
                  </a:lnTo>
                  <a:lnTo>
                    <a:pt x="681870" y="77470"/>
                  </a:lnTo>
                  <a:lnTo>
                    <a:pt x="669461" y="66040"/>
                  </a:lnTo>
                  <a:lnTo>
                    <a:pt x="655116" y="53340"/>
                  </a:lnTo>
                  <a:lnTo>
                    <a:pt x="638348" y="36830"/>
                  </a:lnTo>
                  <a:lnTo>
                    <a:pt x="639171" y="25400"/>
                  </a:lnTo>
                  <a:lnTo>
                    <a:pt x="639516" y="20320"/>
                  </a:lnTo>
                  <a:lnTo>
                    <a:pt x="633987" y="20320"/>
                  </a:lnTo>
                  <a:lnTo>
                    <a:pt x="634791" y="19050"/>
                  </a:lnTo>
                  <a:lnTo>
                    <a:pt x="635548" y="17780"/>
                  </a:lnTo>
                  <a:lnTo>
                    <a:pt x="634273" y="16510"/>
                  </a:lnTo>
                  <a:lnTo>
                    <a:pt x="627891" y="13970"/>
                  </a:lnTo>
                  <a:lnTo>
                    <a:pt x="638897" y="8890"/>
                  </a:lnTo>
                  <a:lnTo>
                    <a:pt x="627087" y="5080"/>
                  </a:lnTo>
                  <a:lnTo>
                    <a:pt x="622832" y="3810"/>
                  </a:lnTo>
                  <a:lnTo>
                    <a:pt x="618757" y="0"/>
                  </a:lnTo>
                  <a:close/>
                </a:path>
                <a:path w="826134" h="365759">
                  <a:moveTo>
                    <a:pt x="360204" y="146050"/>
                  </a:moveTo>
                  <a:lnTo>
                    <a:pt x="337288" y="146050"/>
                  </a:lnTo>
                  <a:lnTo>
                    <a:pt x="338974" y="147320"/>
                  </a:lnTo>
                  <a:lnTo>
                    <a:pt x="340219" y="148590"/>
                  </a:lnTo>
                  <a:lnTo>
                    <a:pt x="342424" y="149860"/>
                  </a:lnTo>
                  <a:lnTo>
                    <a:pt x="380469" y="149860"/>
                  </a:lnTo>
                  <a:lnTo>
                    <a:pt x="377272" y="147320"/>
                  </a:lnTo>
                  <a:lnTo>
                    <a:pt x="362594" y="147320"/>
                  </a:lnTo>
                  <a:lnTo>
                    <a:pt x="360204" y="146050"/>
                  </a:lnTo>
                  <a:close/>
                </a:path>
                <a:path w="826134" h="365759">
                  <a:moveTo>
                    <a:pt x="531172" y="148590"/>
                  </a:moveTo>
                  <a:lnTo>
                    <a:pt x="528056" y="148590"/>
                  </a:lnTo>
                  <a:lnTo>
                    <a:pt x="519232" y="149860"/>
                  </a:lnTo>
                  <a:lnTo>
                    <a:pt x="531172" y="149860"/>
                  </a:lnTo>
                  <a:lnTo>
                    <a:pt x="531172" y="148590"/>
                  </a:lnTo>
                  <a:close/>
                </a:path>
                <a:path w="826134" h="365759">
                  <a:moveTo>
                    <a:pt x="589865" y="143510"/>
                  </a:moveTo>
                  <a:lnTo>
                    <a:pt x="570952" y="143510"/>
                  </a:lnTo>
                  <a:lnTo>
                    <a:pt x="571470" y="144780"/>
                  </a:lnTo>
                  <a:lnTo>
                    <a:pt x="569682" y="146050"/>
                  </a:lnTo>
                  <a:lnTo>
                    <a:pt x="567919" y="148590"/>
                  </a:lnTo>
                  <a:lnTo>
                    <a:pt x="626282" y="148590"/>
                  </a:lnTo>
                  <a:lnTo>
                    <a:pt x="619323" y="147320"/>
                  </a:lnTo>
                  <a:lnTo>
                    <a:pt x="581307" y="147320"/>
                  </a:lnTo>
                  <a:lnTo>
                    <a:pt x="582374" y="146050"/>
                  </a:lnTo>
                  <a:lnTo>
                    <a:pt x="605732" y="146050"/>
                  </a:lnTo>
                  <a:lnTo>
                    <a:pt x="600774" y="144780"/>
                  </a:lnTo>
                  <a:lnTo>
                    <a:pt x="589865" y="143510"/>
                  </a:lnTo>
                  <a:close/>
                </a:path>
                <a:path w="826134" h="365759">
                  <a:moveTo>
                    <a:pt x="441562" y="135890"/>
                  </a:moveTo>
                  <a:lnTo>
                    <a:pt x="354264" y="135890"/>
                  </a:lnTo>
                  <a:lnTo>
                    <a:pt x="355455" y="137160"/>
                  </a:lnTo>
                  <a:lnTo>
                    <a:pt x="355873" y="138430"/>
                  </a:lnTo>
                  <a:lnTo>
                    <a:pt x="355712" y="139700"/>
                  </a:lnTo>
                  <a:lnTo>
                    <a:pt x="353739" y="144780"/>
                  </a:lnTo>
                  <a:lnTo>
                    <a:pt x="331216" y="144780"/>
                  </a:lnTo>
                  <a:lnTo>
                    <a:pt x="332670" y="147320"/>
                  </a:lnTo>
                  <a:lnTo>
                    <a:pt x="334434" y="147320"/>
                  </a:lnTo>
                  <a:lnTo>
                    <a:pt x="337288" y="146050"/>
                  </a:lnTo>
                  <a:lnTo>
                    <a:pt x="360204" y="146050"/>
                  </a:lnTo>
                  <a:lnTo>
                    <a:pt x="360204" y="139700"/>
                  </a:lnTo>
                  <a:lnTo>
                    <a:pt x="462530" y="139700"/>
                  </a:lnTo>
                  <a:lnTo>
                    <a:pt x="462530" y="138430"/>
                  </a:lnTo>
                  <a:lnTo>
                    <a:pt x="450875" y="138430"/>
                  </a:lnTo>
                  <a:lnTo>
                    <a:pt x="451823" y="137160"/>
                  </a:lnTo>
                  <a:lnTo>
                    <a:pt x="443582" y="137160"/>
                  </a:lnTo>
                  <a:lnTo>
                    <a:pt x="441562" y="135890"/>
                  </a:lnTo>
                  <a:close/>
                </a:path>
                <a:path w="826134" h="365759">
                  <a:moveTo>
                    <a:pt x="365239" y="142240"/>
                  </a:moveTo>
                  <a:lnTo>
                    <a:pt x="362594" y="147320"/>
                  </a:lnTo>
                  <a:lnTo>
                    <a:pt x="372789" y="147320"/>
                  </a:lnTo>
                  <a:lnTo>
                    <a:pt x="366771" y="143510"/>
                  </a:lnTo>
                  <a:lnTo>
                    <a:pt x="365239" y="142240"/>
                  </a:lnTo>
                  <a:close/>
                </a:path>
                <a:path w="826134" h="365759">
                  <a:moveTo>
                    <a:pt x="375673" y="146050"/>
                  </a:moveTo>
                  <a:lnTo>
                    <a:pt x="374034" y="146050"/>
                  </a:lnTo>
                  <a:lnTo>
                    <a:pt x="372789" y="147320"/>
                  </a:lnTo>
                  <a:lnTo>
                    <a:pt x="377272" y="147320"/>
                  </a:lnTo>
                  <a:lnTo>
                    <a:pt x="375673" y="146050"/>
                  </a:lnTo>
                  <a:close/>
                </a:path>
                <a:path w="826134" h="365759">
                  <a:moveTo>
                    <a:pt x="462530" y="139700"/>
                  </a:moveTo>
                  <a:lnTo>
                    <a:pt x="362749" y="139700"/>
                  </a:lnTo>
                  <a:lnTo>
                    <a:pt x="386726" y="144780"/>
                  </a:lnTo>
                  <a:lnTo>
                    <a:pt x="393447" y="147320"/>
                  </a:lnTo>
                  <a:lnTo>
                    <a:pt x="508280" y="147320"/>
                  </a:lnTo>
                  <a:lnTo>
                    <a:pt x="508280" y="146050"/>
                  </a:lnTo>
                  <a:lnTo>
                    <a:pt x="496839" y="146050"/>
                  </a:lnTo>
                  <a:lnTo>
                    <a:pt x="496839" y="143510"/>
                  </a:lnTo>
                  <a:lnTo>
                    <a:pt x="485393" y="143510"/>
                  </a:lnTo>
                  <a:lnTo>
                    <a:pt x="485393" y="142240"/>
                  </a:lnTo>
                  <a:lnTo>
                    <a:pt x="471897" y="142240"/>
                  </a:lnTo>
                  <a:lnTo>
                    <a:pt x="472624" y="140970"/>
                  </a:lnTo>
                  <a:lnTo>
                    <a:pt x="464866" y="140970"/>
                  </a:lnTo>
                  <a:lnTo>
                    <a:pt x="462530" y="139700"/>
                  </a:lnTo>
                  <a:close/>
                </a:path>
                <a:path w="826134" h="365759">
                  <a:moveTo>
                    <a:pt x="605732" y="146050"/>
                  </a:moveTo>
                  <a:lnTo>
                    <a:pt x="588654" y="146050"/>
                  </a:lnTo>
                  <a:lnTo>
                    <a:pt x="590186" y="147320"/>
                  </a:lnTo>
                  <a:lnTo>
                    <a:pt x="612194" y="147320"/>
                  </a:lnTo>
                  <a:lnTo>
                    <a:pt x="605732" y="146050"/>
                  </a:lnTo>
                  <a:close/>
                </a:path>
                <a:path w="826134" h="365759">
                  <a:moveTo>
                    <a:pt x="404661" y="128270"/>
                  </a:moveTo>
                  <a:lnTo>
                    <a:pt x="324751" y="128270"/>
                  </a:lnTo>
                  <a:lnTo>
                    <a:pt x="328022" y="129540"/>
                  </a:lnTo>
                  <a:lnTo>
                    <a:pt x="328934" y="129540"/>
                  </a:lnTo>
                  <a:lnTo>
                    <a:pt x="325639" y="130810"/>
                  </a:lnTo>
                  <a:lnTo>
                    <a:pt x="323196" y="132080"/>
                  </a:lnTo>
                  <a:lnTo>
                    <a:pt x="318942" y="137160"/>
                  </a:lnTo>
                  <a:lnTo>
                    <a:pt x="296311" y="137160"/>
                  </a:lnTo>
                  <a:lnTo>
                    <a:pt x="303759" y="138430"/>
                  </a:lnTo>
                  <a:lnTo>
                    <a:pt x="314580" y="142240"/>
                  </a:lnTo>
                  <a:lnTo>
                    <a:pt x="311803" y="146050"/>
                  </a:lnTo>
                  <a:lnTo>
                    <a:pt x="314216" y="146050"/>
                  </a:lnTo>
                  <a:lnTo>
                    <a:pt x="318524" y="142240"/>
                  </a:lnTo>
                  <a:lnTo>
                    <a:pt x="341787" y="142240"/>
                  </a:lnTo>
                  <a:lnTo>
                    <a:pt x="339338" y="140970"/>
                  </a:lnTo>
                  <a:lnTo>
                    <a:pt x="341024" y="140970"/>
                  </a:lnTo>
                  <a:lnTo>
                    <a:pt x="341766" y="139700"/>
                  </a:lnTo>
                  <a:lnTo>
                    <a:pt x="325430" y="139700"/>
                  </a:lnTo>
                  <a:lnTo>
                    <a:pt x="324572" y="137160"/>
                  </a:lnTo>
                  <a:lnTo>
                    <a:pt x="323792" y="135890"/>
                  </a:lnTo>
                  <a:lnTo>
                    <a:pt x="324781" y="133350"/>
                  </a:lnTo>
                  <a:lnTo>
                    <a:pt x="332771" y="130810"/>
                  </a:lnTo>
                  <a:lnTo>
                    <a:pt x="413480" y="130810"/>
                  </a:lnTo>
                  <a:lnTo>
                    <a:pt x="404661" y="128270"/>
                  </a:lnTo>
                  <a:close/>
                </a:path>
                <a:path w="826134" h="365759">
                  <a:moveTo>
                    <a:pt x="341787" y="142240"/>
                  </a:moveTo>
                  <a:lnTo>
                    <a:pt x="323327" y="142240"/>
                  </a:lnTo>
                  <a:lnTo>
                    <a:pt x="323327" y="146050"/>
                  </a:lnTo>
                  <a:lnTo>
                    <a:pt x="324989" y="146050"/>
                  </a:lnTo>
                  <a:lnTo>
                    <a:pt x="328982" y="144780"/>
                  </a:lnTo>
                  <a:lnTo>
                    <a:pt x="346684" y="144780"/>
                  </a:lnTo>
                  <a:lnTo>
                    <a:pt x="341787" y="142240"/>
                  </a:lnTo>
                  <a:close/>
                </a:path>
                <a:path w="826134" h="365759">
                  <a:moveTo>
                    <a:pt x="508280" y="144780"/>
                  </a:moveTo>
                  <a:lnTo>
                    <a:pt x="506153" y="144780"/>
                  </a:lnTo>
                  <a:lnTo>
                    <a:pt x="498990" y="146050"/>
                  </a:lnTo>
                  <a:lnTo>
                    <a:pt x="508280" y="146050"/>
                  </a:lnTo>
                  <a:lnTo>
                    <a:pt x="508280" y="144780"/>
                  </a:lnTo>
                  <a:close/>
                </a:path>
                <a:path w="826134" h="365759">
                  <a:moveTo>
                    <a:pt x="413480" y="130810"/>
                  </a:moveTo>
                  <a:lnTo>
                    <a:pt x="332771" y="130810"/>
                  </a:lnTo>
                  <a:lnTo>
                    <a:pt x="344682" y="132080"/>
                  </a:lnTo>
                  <a:lnTo>
                    <a:pt x="346655" y="134620"/>
                  </a:lnTo>
                  <a:lnTo>
                    <a:pt x="348734" y="138430"/>
                  </a:lnTo>
                  <a:lnTo>
                    <a:pt x="348424" y="139700"/>
                  </a:lnTo>
                  <a:lnTo>
                    <a:pt x="344140" y="139700"/>
                  </a:lnTo>
                  <a:lnTo>
                    <a:pt x="344319" y="140970"/>
                  </a:lnTo>
                  <a:lnTo>
                    <a:pt x="346214" y="142240"/>
                  </a:lnTo>
                  <a:lnTo>
                    <a:pt x="349694" y="144780"/>
                  </a:lnTo>
                  <a:lnTo>
                    <a:pt x="349825" y="144780"/>
                  </a:lnTo>
                  <a:lnTo>
                    <a:pt x="351040" y="138430"/>
                  </a:lnTo>
                  <a:lnTo>
                    <a:pt x="354264" y="135890"/>
                  </a:lnTo>
                  <a:lnTo>
                    <a:pt x="441562" y="135890"/>
                  </a:lnTo>
                  <a:lnTo>
                    <a:pt x="441562" y="134620"/>
                  </a:lnTo>
                  <a:lnTo>
                    <a:pt x="432011" y="134620"/>
                  </a:lnTo>
                  <a:lnTo>
                    <a:pt x="432011" y="132080"/>
                  </a:lnTo>
                  <a:lnTo>
                    <a:pt x="420332" y="132080"/>
                  </a:lnTo>
                  <a:lnTo>
                    <a:pt x="413480" y="130810"/>
                  </a:lnTo>
                  <a:close/>
                </a:path>
                <a:path w="826134" h="365759">
                  <a:moveTo>
                    <a:pt x="428949" y="116866"/>
                  </a:moveTo>
                  <a:lnTo>
                    <a:pt x="424517" y="116866"/>
                  </a:lnTo>
                  <a:lnTo>
                    <a:pt x="425266" y="119380"/>
                  </a:lnTo>
                  <a:lnTo>
                    <a:pt x="427238" y="120650"/>
                  </a:lnTo>
                  <a:lnTo>
                    <a:pt x="431307" y="120650"/>
                  </a:lnTo>
                  <a:lnTo>
                    <a:pt x="435538" y="121920"/>
                  </a:lnTo>
                  <a:lnTo>
                    <a:pt x="438678" y="121920"/>
                  </a:lnTo>
                  <a:lnTo>
                    <a:pt x="461394" y="127000"/>
                  </a:lnTo>
                  <a:lnTo>
                    <a:pt x="537083" y="139700"/>
                  </a:lnTo>
                  <a:lnTo>
                    <a:pt x="555334" y="142240"/>
                  </a:lnTo>
                  <a:lnTo>
                    <a:pt x="557640" y="142240"/>
                  </a:lnTo>
                  <a:lnTo>
                    <a:pt x="560131" y="143510"/>
                  </a:lnTo>
                  <a:lnTo>
                    <a:pt x="560858" y="144780"/>
                  </a:lnTo>
                  <a:lnTo>
                    <a:pt x="563325" y="144780"/>
                  </a:lnTo>
                  <a:lnTo>
                    <a:pt x="563843" y="143510"/>
                  </a:lnTo>
                  <a:lnTo>
                    <a:pt x="589865" y="143510"/>
                  </a:lnTo>
                  <a:lnTo>
                    <a:pt x="568046" y="140970"/>
                  </a:lnTo>
                  <a:lnTo>
                    <a:pt x="518108" y="132080"/>
                  </a:lnTo>
                  <a:lnTo>
                    <a:pt x="468369" y="124460"/>
                  </a:lnTo>
                  <a:lnTo>
                    <a:pt x="436241" y="118110"/>
                  </a:lnTo>
                  <a:lnTo>
                    <a:pt x="428949" y="116866"/>
                  </a:lnTo>
                  <a:close/>
                </a:path>
                <a:path w="826134" h="365759">
                  <a:moveTo>
                    <a:pt x="494706" y="142240"/>
                  </a:moveTo>
                  <a:lnTo>
                    <a:pt x="487651" y="143510"/>
                  </a:lnTo>
                  <a:lnTo>
                    <a:pt x="496839" y="143510"/>
                  </a:lnTo>
                  <a:lnTo>
                    <a:pt x="494706" y="142240"/>
                  </a:lnTo>
                  <a:close/>
                </a:path>
                <a:path w="826134" h="365759">
                  <a:moveTo>
                    <a:pt x="485393" y="140970"/>
                  </a:moveTo>
                  <a:lnTo>
                    <a:pt x="482795" y="140970"/>
                  </a:lnTo>
                  <a:lnTo>
                    <a:pt x="474131" y="142240"/>
                  </a:lnTo>
                  <a:lnTo>
                    <a:pt x="485393" y="142240"/>
                  </a:lnTo>
                  <a:lnTo>
                    <a:pt x="485393" y="140970"/>
                  </a:lnTo>
                  <a:close/>
                </a:path>
                <a:path w="826134" h="365759">
                  <a:moveTo>
                    <a:pt x="473297" y="139700"/>
                  </a:moveTo>
                  <a:lnTo>
                    <a:pt x="471510" y="139700"/>
                  </a:lnTo>
                  <a:lnTo>
                    <a:pt x="464866" y="140970"/>
                  </a:lnTo>
                  <a:lnTo>
                    <a:pt x="472624" y="140970"/>
                  </a:lnTo>
                  <a:lnTo>
                    <a:pt x="473297" y="139700"/>
                  </a:lnTo>
                  <a:close/>
                </a:path>
                <a:path w="826134" h="365759">
                  <a:moveTo>
                    <a:pt x="330233" y="137160"/>
                  </a:moveTo>
                  <a:lnTo>
                    <a:pt x="327999" y="137160"/>
                  </a:lnTo>
                  <a:lnTo>
                    <a:pt x="327170" y="138430"/>
                  </a:lnTo>
                  <a:lnTo>
                    <a:pt x="326181" y="139700"/>
                  </a:lnTo>
                  <a:lnTo>
                    <a:pt x="341766" y="139700"/>
                  </a:lnTo>
                  <a:lnTo>
                    <a:pt x="342508" y="138430"/>
                  </a:lnTo>
                  <a:lnTo>
                    <a:pt x="334744" y="138430"/>
                  </a:lnTo>
                  <a:lnTo>
                    <a:pt x="330233" y="137160"/>
                  </a:lnTo>
                  <a:close/>
                </a:path>
                <a:path w="826134" h="365759">
                  <a:moveTo>
                    <a:pt x="344009" y="134620"/>
                  </a:moveTo>
                  <a:lnTo>
                    <a:pt x="343544" y="134620"/>
                  </a:lnTo>
                  <a:lnTo>
                    <a:pt x="338277" y="137160"/>
                  </a:lnTo>
                  <a:lnTo>
                    <a:pt x="334744" y="138430"/>
                  </a:lnTo>
                  <a:lnTo>
                    <a:pt x="342508" y="138430"/>
                  </a:lnTo>
                  <a:lnTo>
                    <a:pt x="344009" y="134620"/>
                  </a:lnTo>
                  <a:close/>
                </a:path>
                <a:path w="826134" h="365759">
                  <a:moveTo>
                    <a:pt x="462530" y="137160"/>
                  </a:moveTo>
                  <a:lnTo>
                    <a:pt x="460296" y="137160"/>
                  </a:lnTo>
                  <a:lnTo>
                    <a:pt x="452252" y="138430"/>
                  </a:lnTo>
                  <a:lnTo>
                    <a:pt x="462530" y="138430"/>
                  </a:lnTo>
                  <a:lnTo>
                    <a:pt x="462530" y="137160"/>
                  </a:lnTo>
                  <a:close/>
                </a:path>
                <a:path w="826134" h="365759">
                  <a:moveTo>
                    <a:pt x="356385" y="119380"/>
                  </a:moveTo>
                  <a:lnTo>
                    <a:pt x="285985" y="119380"/>
                  </a:lnTo>
                  <a:lnTo>
                    <a:pt x="290263" y="120650"/>
                  </a:lnTo>
                  <a:lnTo>
                    <a:pt x="294887" y="121920"/>
                  </a:lnTo>
                  <a:lnTo>
                    <a:pt x="298546" y="121920"/>
                  </a:lnTo>
                  <a:lnTo>
                    <a:pt x="307549" y="124460"/>
                  </a:lnTo>
                  <a:lnTo>
                    <a:pt x="314425" y="124460"/>
                  </a:lnTo>
                  <a:lnTo>
                    <a:pt x="313049" y="128270"/>
                  </a:lnTo>
                  <a:lnTo>
                    <a:pt x="312429" y="129540"/>
                  </a:lnTo>
                  <a:lnTo>
                    <a:pt x="311881" y="132080"/>
                  </a:lnTo>
                  <a:lnTo>
                    <a:pt x="311881" y="133350"/>
                  </a:lnTo>
                  <a:lnTo>
                    <a:pt x="310612" y="134620"/>
                  </a:lnTo>
                  <a:lnTo>
                    <a:pt x="291044" y="134620"/>
                  </a:lnTo>
                  <a:lnTo>
                    <a:pt x="290394" y="135890"/>
                  </a:lnTo>
                  <a:lnTo>
                    <a:pt x="289822" y="137160"/>
                  </a:lnTo>
                  <a:lnTo>
                    <a:pt x="314890" y="137160"/>
                  </a:lnTo>
                  <a:lnTo>
                    <a:pt x="317148" y="133350"/>
                  </a:lnTo>
                  <a:lnTo>
                    <a:pt x="316552" y="132080"/>
                  </a:lnTo>
                  <a:lnTo>
                    <a:pt x="313805" y="132080"/>
                  </a:lnTo>
                  <a:lnTo>
                    <a:pt x="314169" y="130810"/>
                  </a:lnTo>
                  <a:lnTo>
                    <a:pt x="318006" y="130810"/>
                  </a:lnTo>
                  <a:lnTo>
                    <a:pt x="319514" y="129540"/>
                  </a:lnTo>
                  <a:lnTo>
                    <a:pt x="319514" y="128270"/>
                  </a:lnTo>
                  <a:lnTo>
                    <a:pt x="402087" y="128270"/>
                  </a:lnTo>
                  <a:lnTo>
                    <a:pt x="404333" y="127000"/>
                  </a:lnTo>
                  <a:lnTo>
                    <a:pt x="391552" y="127000"/>
                  </a:lnTo>
                  <a:lnTo>
                    <a:pt x="392538" y="125730"/>
                  </a:lnTo>
                  <a:lnTo>
                    <a:pt x="382597" y="125730"/>
                  </a:lnTo>
                  <a:lnTo>
                    <a:pt x="380368" y="124460"/>
                  </a:lnTo>
                  <a:lnTo>
                    <a:pt x="381095" y="123190"/>
                  </a:lnTo>
                  <a:lnTo>
                    <a:pt x="370870" y="123190"/>
                  </a:lnTo>
                  <a:lnTo>
                    <a:pt x="372634" y="120650"/>
                  </a:lnTo>
                  <a:lnTo>
                    <a:pt x="361442" y="120650"/>
                  </a:lnTo>
                  <a:lnTo>
                    <a:pt x="356385" y="119380"/>
                  </a:lnTo>
                  <a:close/>
                </a:path>
                <a:path w="826134" h="365759">
                  <a:moveTo>
                    <a:pt x="451471" y="134620"/>
                  </a:moveTo>
                  <a:lnTo>
                    <a:pt x="443582" y="137160"/>
                  </a:lnTo>
                  <a:lnTo>
                    <a:pt x="451823" y="137160"/>
                  </a:lnTo>
                  <a:lnTo>
                    <a:pt x="452770" y="135890"/>
                  </a:lnTo>
                  <a:lnTo>
                    <a:pt x="451471" y="134620"/>
                  </a:lnTo>
                  <a:close/>
                </a:path>
                <a:path w="826134" h="365759">
                  <a:moveTo>
                    <a:pt x="290652" y="132080"/>
                  </a:moveTo>
                  <a:lnTo>
                    <a:pt x="285127" y="132080"/>
                  </a:lnTo>
                  <a:lnTo>
                    <a:pt x="285568" y="133350"/>
                  </a:lnTo>
                  <a:lnTo>
                    <a:pt x="281051" y="135890"/>
                  </a:lnTo>
                  <a:lnTo>
                    <a:pt x="281647" y="135890"/>
                  </a:lnTo>
                  <a:lnTo>
                    <a:pt x="289149" y="134620"/>
                  </a:lnTo>
                  <a:lnTo>
                    <a:pt x="302252" y="134620"/>
                  </a:lnTo>
                  <a:lnTo>
                    <a:pt x="300125" y="133350"/>
                  </a:lnTo>
                  <a:lnTo>
                    <a:pt x="290418" y="133350"/>
                  </a:lnTo>
                  <a:lnTo>
                    <a:pt x="290652" y="132080"/>
                  </a:lnTo>
                  <a:close/>
                </a:path>
                <a:path w="826134" h="365759">
                  <a:moveTo>
                    <a:pt x="311750" y="124460"/>
                  </a:moveTo>
                  <a:lnTo>
                    <a:pt x="308663" y="124460"/>
                  </a:lnTo>
                  <a:lnTo>
                    <a:pt x="305994" y="128270"/>
                  </a:lnTo>
                  <a:lnTo>
                    <a:pt x="304695" y="129540"/>
                  </a:lnTo>
                  <a:lnTo>
                    <a:pt x="302174" y="130810"/>
                  </a:lnTo>
                  <a:lnTo>
                    <a:pt x="298647" y="130810"/>
                  </a:lnTo>
                  <a:lnTo>
                    <a:pt x="300774" y="132080"/>
                  </a:lnTo>
                  <a:lnTo>
                    <a:pt x="303944" y="133350"/>
                  </a:lnTo>
                  <a:lnTo>
                    <a:pt x="304355" y="134620"/>
                  </a:lnTo>
                  <a:lnTo>
                    <a:pt x="305964" y="134620"/>
                  </a:lnTo>
                  <a:lnTo>
                    <a:pt x="305964" y="130810"/>
                  </a:lnTo>
                  <a:lnTo>
                    <a:pt x="309027" y="127000"/>
                  </a:lnTo>
                  <a:lnTo>
                    <a:pt x="311750" y="124460"/>
                  </a:lnTo>
                  <a:close/>
                </a:path>
                <a:path w="826134" h="365759">
                  <a:moveTo>
                    <a:pt x="441562" y="133350"/>
                  </a:moveTo>
                  <a:lnTo>
                    <a:pt x="439798" y="133350"/>
                  </a:lnTo>
                  <a:lnTo>
                    <a:pt x="433643" y="134620"/>
                  </a:lnTo>
                  <a:lnTo>
                    <a:pt x="441562" y="134620"/>
                  </a:lnTo>
                  <a:lnTo>
                    <a:pt x="441562" y="133350"/>
                  </a:lnTo>
                  <a:close/>
                </a:path>
                <a:path w="826134" h="365759">
                  <a:moveTo>
                    <a:pt x="252395" y="116866"/>
                  </a:moveTo>
                  <a:lnTo>
                    <a:pt x="248419" y="116866"/>
                  </a:lnTo>
                  <a:lnTo>
                    <a:pt x="245449" y="118110"/>
                  </a:lnTo>
                  <a:lnTo>
                    <a:pt x="245056" y="119380"/>
                  </a:lnTo>
                  <a:lnTo>
                    <a:pt x="247159" y="119380"/>
                  </a:lnTo>
                  <a:lnTo>
                    <a:pt x="246718" y="120650"/>
                  </a:lnTo>
                  <a:lnTo>
                    <a:pt x="242696" y="123190"/>
                  </a:lnTo>
                  <a:lnTo>
                    <a:pt x="247368" y="123190"/>
                  </a:lnTo>
                  <a:lnTo>
                    <a:pt x="252790" y="124460"/>
                  </a:lnTo>
                  <a:lnTo>
                    <a:pt x="262473" y="128270"/>
                  </a:lnTo>
                  <a:lnTo>
                    <a:pt x="268723" y="129540"/>
                  </a:lnTo>
                  <a:lnTo>
                    <a:pt x="274330" y="129540"/>
                  </a:lnTo>
                  <a:lnTo>
                    <a:pt x="276433" y="130810"/>
                  </a:lnTo>
                  <a:lnTo>
                    <a:pt x="276016" y="133350"/>
                  </a:lnTo>
                  <a:lnTo>
                    <a:pt x="278066" y="133350"/>
                  </a:lnTo>
                  <a:lnTo>
                    <a:pt x="285127" y="132080"/>
                  </a:lnTo>
                  <a:lnTo>
                    <a:pt x="290652" y="132080"/>
                  </a:lnTo>
                  <a:lnTo>
                    <a:pt x="290886" y="130810"/>
                  </a:lnTo>
                  <a:lnTo>
                    <a:pt x="283256" y="130810"/>
                  </a:lnTo>
                  <a:lnTo>
                    <a:pt x="284531" y="127000"/>
                  </a:lnTo>
                  <a:lnTo>
                    <a:pt x="267430" y="127000"/>
                  </a:lnTo>
                  <a:lnTo>
                    <a:pt x="271839" y="125730"/>
                  </a:lnTo>
                  <a:lnTo>
                    <a:pt x="260238" y="125730"/>
                  </a:lnTo>
                  <a:lnTo>
                    <a:pt x="259982" y="124460"/>
                  </a:lnTo>
                  <a:lnTo>
                    <a:pt x="259696" y="124460"/>
                  </a:lnTo>
                  <a:lnTo>
                    <a:pt x="257956" y="120650"/>
                  </a:lnTo>
                  <a:lnTo>
                    <a:pt x="248768" y="120650"/>
                  </a:lnTo>
                  <a:lnTo>
                    <a:pt x="252015" y="118110"/>
                  </a:lnTo>
                  <a:lnTo>
                    <a:pt x="252395" y="116866"/>
                  </a:lnTo>
                  <a:close/>
                </a:path>
                <a:path w="826134" h="365759">
                  <a:moveTo>
                    <a:pt x="298105" y="129540"/>
                  </a:moveTo>
                  <a:lnTo>
                    <a:pt x="295066" y="129540"/>
                  </a:lnTo>
                  <a:lnTo>
                    <a:pt x="290656" y="133350"/>
                  </a:lnTo>
                  <a:lnTo>
                    <a:pt x="300125" y="133350"/>
                  </a:lnTo>
                  <a:lnTo>
                    <a:pt x="298546" y="132080"/>
                  </a:lnTo>
                  <a:lnTo>
                    <a:pt x="296984" y="132080"/>
                  </a:lnTo>
                  <a:lnTo>
                    <a:pt x="296543" y="130810"/>
                  </a:lnTo>
                  <a:lnTo>
                    <a:pt x="302174" y="130810"/>
                  </a:lnTo>
                  <a:lnTo>
                    <a:pt x="298105" y="129540"/>
                  </a:lnTo>
                  <a:close/>
                </a:path>
                <a:path w="826134" h="365759">
                  <a:moveTo>
                    <a:pt x="432011" y="130810"/>
                  </a:moveTo>
                  <a:lnTo>
                    <a:pt x="430741" y="130810"/>
                  </a:lnTo>
                  <a:lnTo>
                    <a:pt x="427285" y="132080"/>
                  </a:lnTo>
                  <a:lnTo>
                    <a:pt x="432011" y="132080"/>
                  </a:lnTo>
                  <a:lnTo>
                    <a:pt x="432011" y="130810"/>
                  </a:lnTo>
                  <a:close/>
                </a:path>
                <a:path w="826134" h="365759">
                  <a:moveTo>
                    <a:pt x="292521" y="121920"/>
                  </a:moveTo>
                  <a:lnTo>
                    <a:pt x="291717" y="121920"/>
                  </a:lnTo>
                  <a:lnTo>
                    <a:pt x="286789" y="127000"/>
                  </a:lnTo>
                  <a:lnTo>
                    <a:pt x="284060" y="130810"/>
                  </a:lnTo>
                  <a:lnTo>
                    <a:pt x="290886" y="130810"/>
                  </a:lnTo>
                  <a:lnTo>
                    <a:pt x="292521" y="121920"/>
                  </a:lnTo>
                  <a:close/>
                </a:path>
                <a:path w="826134" h="365759">
                  <a:moveTo>
                    <a:pt x="425498" y="125730"/>
                  </a:moveTo>
                  <a:lnTo>
                    <a:pt x="415351" y="125730"/>
                  </a:lnTo>
                  <a:lnTo>
                    <a:pt x="410780" y="128270"/>
                  </a:lnTo>
                  <a:lnTo>
                    <a:pt x="415815" y="128270"/>
                  </a:lnTo>
                  <a:lnTo>
                    <a:pt x="425498" y="125730"/>
                  </a:lnTo>
                  <a:close/>
                </a:path>
                <a:path w="826134" h="365759">
                  <a:moveTo>
                    <a:pt x="746668" y="127000"/>
                  </a:moveTo>
                  <a:lnTo>
                    <a:pt x="746359" y="127000"/>
                  </a:lnTo>
                  <a:lnTo>
                    <a:pt x="744255" y="128270"/>
                  </a:lnTo>
                  <a:lnTo>
                    <a:pt x="745995" y="128270"/>
                  </a:lnTo>
                  <a:lnTo>
                    <a:pt x="746668" y="127000"/>
                  </a:lnTo>
                  <a:close/>
                </a:path>
                <a:path w="826134" h="365759">
                  <a:moveTo>
                    <a:pt x="286033" y="120650"/>
                  </a:moveTo>
                  <a:lnTo>
                    <a:pt x="280378" y="120650"/>
                  </a:lnTo>
                  <a:lnTo>
                    <a:pt x="279472" y="121920"/>
                  </a:lnTo>
                  <a:lnTo>
                    <a:pt x="279472" y="125730"/>
                  </a:lnTo>
                  <a:lnTo>
                    <a:pt x="277601" y="127000"/>
                  </a:lnTo>
                  <a:lnTo>
                    <a:pt x="284531" y="127000"/>
                  </a:lnTo>
                  <a:lnTo>
                    <a:pt x="283959" y="124460"/>
                  </a:lnTo>
                  <a:lnTo>
                    <a:pt x="281468" y="124460"/>
                  </a:lnTo>
                  <a:lnTo>
                    <a:pt x="281987" y="123190"/>
                  </a:lnTo>
                  <a:lnTo>
                    <a:pt x="285908" y="123190"/>
                  </a:lnTo>
                  <a:lnTo>
                    <a:pt x="286789" y="121920"/>
                  </a:lnTo>
                  <a:lnTo>
                    <a:pt x="286033" y="120650"/>
                  </a:lnTo>
                  <a:close/>
                </a:path>
                <a:path w="826134" h="365759">
                  <a:moveTo>
                    <a:pt x="375101" y="115570"/>
                  </a:moveTo>
                  <a:lnTo>
                    <a:pt x="368326" y="115570"/>
                  </a:lnTo>
                  <a:lnTo>
                    <a:pt x="367608" y="116866"/>
                  </a:lnTo>
                  <a:lnTo>
                    <a:pt x="370157" y="116866"/>
                  </a:lnTo>
                  <a:lnTo>
                    <a:pt x="381071" y="119380"/>
                  </a:lnTo>
                  <a:lnTo>
                    <a:pt x="389866" y="120650"/>
                  </a:lnTo>
                  <a:lnTo>
                    <a:pt x="401074" y="123190"/>
                  </a:lnTo>
                  <a:lnTo>
                    <a:pt x="404786" y="124460"/>
                  </a:lnTo>
                  <a:lnTo>
                    <a:pt x="397052" y="127000"/>
                  </a:lnTo>
                  <a:lnTo>
                    <a:pt x="404333" y="127000"/>
                  </a:lnTo>
                  <a:lnTo>
                    <a:pt x="406580" y="125730"/>
                  </a:lnTo>
                  <a:lnTo>
                    <a:pt x="425498" y="125730"/>
                  </a:lnTo>
                  <a:lnTo>
                    <a:pt x="425188" y="124460"/>
                  </a:lnTo>
                  <a:lnTo>
                    <a:pt x="411174" y="121920"/>
                  </a:lnTo>
                  <a:lnTo>
                    <a:pt x="401312" y="120650"/>
                  </a:lnTo>
                  <a:lnTo>
                    <a:pt x="384662" y="116866"/>
                  </a:lnTo>
                  <a:lnTo>
                    <a:pt x="375101" y="115570"/>
                  </a:lnTo>
                  <a:close/>
                </a:path>
                <a:path w="826134" h="365759">
                  <a:moveTo>
                    <a:pt x="267090" y="121920"/>
                  </a:moveTo>
                  <a:lnTo>
                    <a:pt x="263456" y="123190"/>
                  </a:lnTo>
                  <a:lnTo>
                    <a:pt x="261329" y="124460"/>
                  </a:lnTo>
                  <a:lnTo>
                    <a:pt x="260238" y="125730"/>
                  </a:lnTo>
                  <a:lnTo>
                    <a:pt x="271839" y="125730"/>
                  </a:lnTo>
                  <a:lnTo>
                    <a:pt x="276433" y="123190"/>
                  </a:lnTo>
                  <a:lnTo>
                    <a:pt x="267090" y="121920"/>
                  </a:lnTo>
                  <a:close/>
                </a:path>
                <a:path w="826134" h="365759">
                  <a:moveTo>
                    <a:pt x="391135" y="123190"/>
                  </a:moveTo>
                  <a:lnTo>
                    <a:pt x="386958" y="124460"/>
                  </a:lnTo>
                  <a:lnTo>
                    <a:pt x="382597" y="125730"/>
                  </a:lnTo>
                  <a:lnTo>
                    <a:pt x="392538" y="125730"/>
                  </a:lnTo>
                  <a:lnTo>
                    <a:pt x="393524" y="124460"/>
                  </a:lnTo>
                  <a:lnTo>
                    <a:pt x="391135" y="123190"/>
                  </a:lnTo>
                  <a:close/>
                </a:path>
                <a:path w="826134" h="365759">
                  <a:moveTo>
                    <a:pt x="379897" y="121920"/>
                  </a:moveTo>
                  <a:lnTo>
                    <a:pt x="372324" y="123190"/>
                  </a:lnTo>
                  <a:lnTo>
                    <a:pt x="381768" y="123190"/>
                  </a:lnTo>
                  <a:lnTo>
                    <a:pt x="379897" y="121920"/>
                  </a:lnTo>
                  <a:close/>
                </a:path>
                <a:path w="826134" h="365759">
                  <a:moveTo>
                    <a:pt x="219372" y="105410"/>
                  </a:moveTo>
                  <a:lnTo>
                    <a:pt x="211813" y="105410"/>
                  </a:lnTo>
                  <a:lnTo>
                    <a:pt x="211694" y="106680"/>
                  </a:lnTo>
                  <a:lnTo>
                    <a:pt x="211575" y="107950"/>
                  </a:lnTo>
                  <a:lnTo>
                    <a:pt x="211456" y="109220"/>
                  </a:lnTo>
                  <a:lnTo>
                    <a:pt x="211337" y="110490"/>
                  </a:lnTo>
                  <a:lnTo>
                    <a:pt x="211217" y="111760"/>
                  </a:lnTo>
                  <a:lnTo>
                    <a:pt x="206004" y="115570"/>
                  </a:lnTo>
                  <a:lnTo>
                    <a:pt x="206970" y="116866"/>
                  </a:lnTo>
                  <a:lnTo>
                    <a:pt x="222974" y="121920"/>
                  </a:lnTo>
                  <a:lnTo>
                    <a:pt x="228914" y="121920"/>
                  </a:lnTo>
                  <a:lnTo>
                    <a:pt x="222270" y="119380"/>
                  </a:lnTo>
                  <a:lnTo>
                    <a:pt x="219470" y="118110"/>
                  </a:lnTo>
                  <a:lnTo>
                    <a:pt x="218507" y="116866"/>
                  </a:lnTo>
                  <a:lnTo>
                    <a:pt x="222223" y="115570"/>
                  </a:lnTo>
                  <a:lnTo>
                    <a:pt x="210699" y="115570"/>
                  </a:lnTo>
                  <a:lnTo>
                    <a:pt x="210854" y="114300"/>
                  </a:lnTo>
                  <a:lnTo>
                    <a:pt x="213994" y="113030"/>
                  </a:lnTo>
                  <a:lnTo>
                    <a:pt x="214721" y="110490"/>
                  </a:lnTo>
                  <a:lnTo>
                    <a:pt x="213321" y="106680"/>
                  </a:lnTo>
                  <a:lnTo>
                    <a:pt x="219773" y="106680"/>
                  </a:lnTo>
                  <a:lnTo>
                    <a:pt x="219372" y="105410"/>
                  </a:lnTo>
                  <a:close/>
                </a:path>
                <a:path w="826134" h="365759">
                  <a:moveTo>
                    <a:pt x="227549" y="107053"/>
                  </a:moveTo>
                  <a:lnTo>
                    <a:pt x="226501" y="107950"/>
                  </a:lnTo>
                  <a:lnTo>
                    <a:pt x="222116" y="107950"/>
                  </a:lnTo>
                  <a:lnTo>
                    <a:pt x="224606" y="110490"/>
                  </a:lnTo>
                  <a:lnTo>
                    <a:pt x="225333" y="111760"/>
                  </a:lnTo>
                  <a:lnTo>
                    <a:pt x="224272" y="119380"/>
                  </a:lnTo>
                  <a:lnTo>
                    <a:pt x="233431" y="120650"/>
                  </a:lnTo>
                  <a:lnTo>
                    <a:pt x="237685" y="115570"/>
                  </a:lnTo>
                  <a:lnTo>
                    <a:pt x="228628" y="115570"/>
                  </a:lnTo>
                  <a:lnTo>
                    <a:pt x="228628" y="110490"/>
                  </a:lnTo>
                  <a:lnTo>
                    <a:pt x="237417" y="110490"/>
                  </a:lnTo>
                  <a:lnTo>
                    <a:pt x="227549" y="107053"/>
                  </a:lnTo>
                  <a:close/>
                </a:path>
                <a:path w="826134" h="365759">
                  <a:moveTo>
                    <a:pt x="255836" y="116866"/>
                  </a:moveTo>
                  <a:lnTo>
                    <a:pt x="253463" y="120650"/>
                  </a:lnTo>
                  <a:lnTo>
                    <a:pt x="257956" y="120650"/>
                  </a:lnTo>
                  <a:lnTo>
                    <a:pt x="255836" y="116866"/>
                  </a:lnTo>
                  <a:close/>
                </a:path>
                <a:path w="826134" h="365759">
                  <a:moveTo>
                    <a:pt x="285681" y="120126"/>
                  </a:moveTo>
                  <a:lnTo>
                    <a:pt x="286033" y="120650"/>
                  </a:lnTo>
                  <a:lnTo>
                    <a:pt x="287099" y="120650"/>
                  </a:lnTo>
                  <a:lnTo>
                    <a:pt x="285681" y="120126"/>
                  </a:lnTo>
                  <a:close/>
                </a:path>
                <a:path w="826134" h="365759">
                  <a:moveTo>
                    <a:pt x="372014" y="119380"/>
                  </a:moveTo>
                  <a:lnTo>
                    <a:pt x="369988" y="120650"/>
                  </a:lnTo>
                  <a:lnTo>
                    <a:pt x="372634" y="120650"/>
                  </a:lnTo>
                  <a:lnTo>
                    <a:pt x="372014" y="119380"/>
                  </a:lnTo>
                  <a:close/>
                </a:path>
                <a:path w="826134" h="365759">
                  <a:moveTo>
                    <a:pt x="326598" y="110490"/>
                  </a:moveTo>
                  <a:lnTo>
                    <a:pt x="324417" y="110490"/>
                  </a:lnTo>
                  <a:lnTo>
                    <a:pt x="321331" y="111760"/>
                  </a:lnTo>
                  <a:lnTo>
                    <a:pt x="252975" y="111760"/>
                  </a:lnTo>
                  <a:lnTo>
                    <a:pt x="257956" y="113030"/>
                  </a:lnTo>
                  <a:lnTo>
                    <a:pt x="264445" y="114300"/>
                  </a:lnTo>
                  <a:lnTo>
                    <a:pt x="270517" y="115570"/>
                  </a:lnTo>
                  <a:lnTo>
                    <a:pt x="280223" y="118110"/>
                  </a:lnTo>
                  <a:lnTo>
                    <a:pt x="285681" y="120126"/>
                  </a:lnTo>
                  <a:lnTo>
                    <a:pt x="285181" y="119380"/>
                  </a:lnTo>
                  <a:lnTo>
                    <a:pt x="356385" y="119380"/>
                  </a:lnTo>
                  <a:lnTo>
                    <a:pt x="346377" y="116866"/>
                  </a:lnTo>
                  <a:lnTo>
                    <a:pt x="332002" y="114300"/>
                  </a:lnTo>
                  <a:lnTo>
                    <a:pt x="326157" y="111760"/>
                  </a:lnTo>
                  <a:lnTo>
                    <a:pt x="326598" y="110490"/>
                  </a:lnTo>
                  <a:close/>
                </a:path>
                <a:path w="826134" h="365759">
                  <a:moveTo>
                    <a:pt x="300542" y="104140"/>
                  </a:moveTo>
                  <a:lnTo>
                    <a:pt x="300125" y="104140"/>
                  </a:lnTo>
                  <a:lnTo>
                    <a:pt x="295376" y="106680"/>
                  </a:lnTo>
                  <a:lnTo>
                    <a:pt x="229409" y="106680"/>
                  </a:lnTo>
                  <a:lnTo>
                    <a:pt x="246718" y="109220"/>
                  </a:lnTo>
                  <a:lnTo>
                    <a:pt x="250871" y="111760"/>
                  </a:lnTo>
                  <a:lnTo>
                    <a:pt x="250871" y="114300"/>
                  </a:lnTo>
                  <a:lnTo>
                    <a:pt x="251884" y="115570"/>
                  </a:lnTo>
                  <a:lnTo>
                    <a:pt x="255936" y="116866"/>
                  </a:lnTo>
                  <a:lnTo>
                    <a:pt x="255110" y="115570"/>
                  </a:lnTo>
                  <a:lnTo>
                    <a:pt x="252975" y="111760"/>
                  </a:lnTo>
                  <a:lnTo>
                    <a:pt x="315700" y="111760"/>
                  </a:lnTo>
                  <a:lnTo>
                    <a:pt x="315700" y="110490"/>
                  </a:lnTo>
                  <a:lnTo>
                    <a:pt x="310820" y="110490"/>
                  </a:lnTo>
                  <a:lnTo>
                    <a:pt x="298414" y="107950"/>
                  </a:lnTo>
                  <a:lnTo>
                    <a:pt x="300542" y="104140"/>
                  </a:lnTo>
                  <a:close/>
                </a:path>
                <a:path w="826134" h="365759">
                  <a:moveTo>
                    <a:pt x="167827" y="102870"/>
                  </a:moveTo>
                  <a:lnTo>
                    <a:pt x="155243" y="102870"/>
                  </a:lnTo>
                  <a:lnTo>
                    <a:pt x="158824" y="104140"/>
                  </a:lnTo>
                  <a:lnTo>
                    <a:pt x="164843" y="105410"/>
                  </a:lnTo>
                  <a:lnTo>
                    <a:pt x="172458" y="106680"/>
                  </a:lnTo>
                  <a:lnTo>
                    <a:pt x="180829" y="109220"/>
                  </a:lnTo>
                  <a:lnTo>
                    <a:pt x="194365" y="113030"/>
                  </a:lnTo>
                  <a:lnTo>
                    <a:pt x="201255" y="115570"/>
                  </a:lnTo>
                  <a:lnTo>
                    <a:pt x="202838" y="114300"/>
                  </a:lnTo>
                  <a:lnTo>
                    <a:pt x="200450" y="113030"/>
                  </a:lnTo>
                  <a:lnTo>
                    <a:pt x="198424" y="110490"/>
                  </a:lnTo>
                  <a:lnTo>
                    <a:pt x="191650" y="110490"/>
                  </a:lnTo>
                  <a:lnTo>
                    <a:pt x="185840" y="107950"/>
                  </a:lnTo>
                  <a:lnTo>
                    <a:pt x="181764" y="106680"/>
                  </a:lnTo>
                  <a:lnTo>
                    <a:pt x="193389" y="106680"/>
                  </a:lnTo>
                  <a:lnTo>
                    <a:pt x="194105" y="105410"/>
                  </a:lnTo>
                  <a:lnTo>
                    <a:pt x="177272" y="105410"/>
                  </a:lnTo>
                  <a:lnTo>
                    <a:pt x="178106" y="104140"/>
                  </a:lnTo>
                  <a:lnTo>
                    <a:pt x="169383" y="104140"/>
                  </a:lnTo>
                  <a:lnTo>
                    <a:pt x="167827" y="102870"/>
                  </a:lnTo>
                  <a:close/>
                </a:path>
                <a:path w="826134" h="365759">
                  <a:moveTo>
                    <a:pt x="223337" y="109220"/>
                  </a:moveTo>
                  <a:lnTo>
                    <a:pt x="220584" y="109220"/>
                  </a:lnTo>
                  <a:lnTo>
                    <a:pt x="218797" y="110490"/>
                  </a:lnTo>
                  <a:lnTo>
                    <a:pt x="217235" y="113030"/>
                  </a:lnTo>
                  <a:lnTo>
                    <a:pt x="215656" y="114300"/>
                  </a:lnTo>
                  <a:lnTo>
                    <a:pt x="213368" y="115570"/>
                  </a:lnTo>
                  <a:lnTo>
                    <a:pt x="222223" y="115570"/>
                  </a:lnTo>
                  <a:lnTo>
                    <a:pt x="223337" y="109220"/>
                  </a:lnTo>
                  <a:close/>
                </a:path>
                <a:path w="826134" h="365759">
                  <a:moveTo>
                    <a:pt x="241064" y="111760"/>
                  </a:moveTo>
                  <a:lnTo>
                    <a:pt x="235790" y="111760"/>
                  </a:lnTo>
                  <a:lnTo>
                    <a:pt x="235093" y="113030"/>
                  </a:lnTo>
                  <a:lnTo>
                    <a:pt x="232757" y="115570"/>
                  </a:lnTo>
                  <a:lnTo>
                    <a:pt x="237685" y="115570"/>
                  </a:lnTo>
                  <a:lnTo>
                    <a:pt x="241064" y="111760"/>
                  </a:lnTo>
                  <a:close/>
                </a:path>
                <a:path w="826134" h="365759">
                  <a:moveTo>
                    <a:pt x="237417" y="110490"/>
                  </a:moveTo>
                  <a:lnTo>
                    <a:pt x="229331" y="110490"/>
                  </a:lnTo>
                  <a:lnTo>
                    <a:pt x="232108" y="113030"/>
                  </a:lnTo>
                  <a:lnTo>
                    <a:pt x="233901" y="113030"/>
                  </a:lnTo>
                  <a:lnTo>
                    <a:pt x="235790" y="111760"/>
                  </a:lnTo>
                  <a:lnTo>
                    <a:pt x="241064" y="111760"/>
                  </a:lnTo>
                  <a:lnTo>
                    <a:pt x="237417" y="110490"/>
                  </a:lnTo>
                  <a:close/>
                </a:path>
                <a:path w="826134" h="365759">
                  <a:moveTo>
                    <a:pt x="270649" y="100330"/>
                  </a:moveTo>
                  <a:lnTo>
                    <a:pt x="211843" y="100330"/>
                  </a:lnTo>
                  <a:lnTo>
                    <a:pt x="212749" y="101600"/>
                  </a:lnTo>
                  <a:lnTo>
                    <a:pt x="212749" y="102870"/>
                  </a:lnTo>
                  <a:lnTo>
                    <a:pt x="212361" y="104140"/>
                  </a:lnTo>
                  <a:lnTo>
                    <a:pt x="206522" y="104140"/>
                  </a:lnTo>
                  <a:lnTo>
                    <a:pt x="207142" y="105410"/>
                  </a:lnTo>
                  <a:lnTo>
                    <a:pt x="202911" y="107950"/>
                  </a:lnTo>
                  <a:lnTo>
                    <a:pt x="202989" y="111760"/>
                  </a:lnTo>
                  <a:lnTo>
                    <a:pt x="207815" y="111760"/>
                  </a:lnTo>
                  <a:lnTo>
                    <a:pt x="208649" y="110490"/>
                  </a:lnTo>
                  <a:lnTo>
                    <a:pt x="207458" y="109220"/>
                  </a:lnTo>
                  <a:lnTo>
                    <a:pt x="207815" y="107950"/>
                  </a:lnTo>
                  <a:lnTo>
                    <a:pt x="208905" y="106680"/>
                  </a:lnTo>
                  <a:lnTo>
                    <a:pt x="211813" y="105410"/>
                  </a:lnTo>
                  <a:lnTo>
                    <a:pt x="219372" y="105410"/>
                  </a:lnTo>
                  <a:lnTo>
                    <a:pt x="218171" y="101600"/>
                  </a:lnTo>
                  <a:lnTo>
                    <a:pt x="275300" y="101600"/>
                  </a:lnTo>
                  <a:lnTo>
                    <a:pt x="270649" y="100330"/>
                  </a:lnTo>
                  <a:close/>
                </a:path>
                <a:path w="826134" h="365759">
                  <a:moveTo>
                    <a:pt x="249884" y="95250"/>
                  </a:moveTo>
                  <a:lnTo>
                    <a:pt x="189213" y="95250"/>
                  </a:lnTo>
                  <a:lnTo>
                    <a:pt x="191078" y="96520"/>
                  </a:lnTo>
                  <a:lnTo>
                    <a:pt x="191804" y="97790"/>
                  </a:lnTo>
                  <a:lnTo>
                    <a:pt x="198633" y="97790"/>
                  </a:lnTo>
                  <a:lnTo>
                    <a:pt x="204157" y="100330"/>
                  </a:lnTo>
                  <a:lnTo>
                    <a:pt x="207559" y="101600"/>
                  </a:lnTo>
                  <a:lnTo>
                    <a:pt x="198710" y="101600"/>
                  </a:lnTo>
                  <a:lnTo>
                    <a:pt x="196816" y="109220"/>
                  </a:lnTo>
                  <a:lnTo>
                    <a:pt x="191650" y="110490"/>
                  </a:lnTo>
                  <a:lnTo>
                    <a:pt x="198424" y="110490"/>
                  </a:lnTo>
                  <a:lnTo>
                    <a:pt x="197775" y="109220"/>
                  </a:lnTo>
                  <a:lnTo>
                    <a:pt x="200266" y="109220"/>
                  </a:lnTo>
                  <a:lnTo>
                    <a:pt x="201302" y="107950"/>
                  </a:lnTo>
                  <a:lnTo>
                    <a:pt x="201302" y="105410"/>
                  </a:lnTo>
                  <a:lnTo>
                    <a:pt x="202810" y="104140"/>
                  </a:lnTo>
                  <a:lnTo>
                    <a:pt x="211450" y="104140"/>
                  </a:lnTo>
                  <a:lnTo>
                    <a:pt x="210544" y="102870"/>
                  </a:lnTo>
                  <a:lnTo>
                    <a:pt x="209245" y="101600"/>
                  </a:lnTo>
                  <a:lnTo>
                    <a:pt x="203483" y="101600"/>
                  </a:lnTo>
                  <a:lnTo>
                    <a:pt x="200212" y="100330"/>
                  </a:lnTo>
                  <a:lnTo>
                    <a:pt x="270649" y="100330"/>
                  </a:lnTo>
                  <a:lnTo>
                    <a:pt x="265999" y="99060"/>
                  </a:lnTo>
                  <a:lnTo>
                    <a:pt x="254151" y="96520"/>
                  </a:lnTo>
                  <a:lnTo>
                    <a:pt x="249884" y="95250"/>
                  </a:lnTo>
                  <a:close/>
                </a:path>
                <a:path w="826134" h="365759">
                  <a:moveTo>
                    <a:pt x="314866" y="107950"/>
                  </a:moveTo>
                  <a:lnTo>
                    <a:pt x="310820" y="110490"/>
                  </a:lnTo>
                  <a:lnTo>
                    <a:pt x="315700" y="110490"/>
                  </a:lnTo>
                  <a:lnTo>
                    <a:pt x="315700" y="109220"/>
                  </a:lnTo>
                  <a:lnTo>
                    <a:pt x="314866" y="107950"/>
                  </a:lnTo>
                  <a:close/>
                </a:path>
                <a:path w="826134" h="365759">
                  <a:moveTo>
                    <a:pt x="193389" y="106680"/>
                  </a:moveTo>
                  <a:lnTo>
                    <a:pt x="181764" y="106680"/>
                  </a:lnTo>
                  <a:lnTo>
                    <a:pt x="191959" y="107950"/>
                  </a:lnTo>
                  <a:lnTo>
                    <a:pt x="193389" y="106680"/>
                  </a:lnTo>
                  <a:close/>
                </a:path>
                <a:path w="826134" h="365759">
                  <a:moveTo>
                    <a:pt x="219773" y="106680"/>
                  </a:moveTo>
                  <a:lnTo>
                    <a:pt x="214018" y="106680"/>
                  </a:lnTo>
                  <a:lnTo>
                    <a:pt x="216717" y="107950"/>
                  </a:lnTo>
                  <a:lnTo>
                    <a:pt x="220173" y="107950"/>
                  </a:lnTo>
                  <a:lnTo>
                    <a:pt x="219890" y="107053"/>
                  </a:lnTo>
                  <a:lnTo>
                    <a:pt x="219773" y="106680"/>
                  </a:lnTo>
                  <a:close/>
                </a:path>
                <a:path w="826134" h="365759">
                  <a:moveTo>
                    <a:pt x="227985" y="106680"/>
                  </a:moveTo>
                  <a:lnTo>
                    <a:pt x="226477" y="106680"/>
                  </a:lnTo>
                  <a:lnTo>
                    <a:pt x="227549" y="107053"/>
                  </a:lnTo>
                  <a:lnTo>
                    <a:pt x="227985" y="106680"/>
                  </a:lnTo>
                  <a:close/>
                </a:path>
                <a:path w="826134" h="365759">
                  <a:moveTo>
                    <a:pt x="281105" y="104140"/>
                  </a:moveTo>
                  <a:lnTo>
                    <a:pt x="227985" y="104140"/>
                  </a:lnTo>
                  <a:lnTo>
                    <a:pt x="227985" y="106680"/>
                  </a:lnTo>
                  <a:lnTo>
                    <a:pt x="295376" y="106680"/>
                  </a:lnTo>
                  <a:lnTo>
                    <a:pt x="281105" y="104140"/>
                  </a:lnTo>
                  <a:close/>
                </a:path>
                <a:path w="826134" h="365759">
                  <a:moveTo>
                    <a:pt x="198401" y="97790"/>
                  </a:moveTo>
                  <a:lnTo>
                    <a:pt x="188146" y="97790"/>
                  </a:lnTo>
                  <a:lnTo>
                    <a:pt x="185423" y="100330"/>
                  </a:lnTo>
                  <a:lnTo>
                    <a:pt x="181842" y="104140"/>
                  </a:lnTo>
                  <a:lnTo>
                    <a:pt x="179452" y="105410"/>
                  </a:lnTo>
                  <a:lnTo>
                    <a:pt x="194105" y="105410"/>
                  </a:lnTo>
                  <a:lnTo>
                    <a:pt x="198401" y="97790"/>
                  </a:lnTo>
                  <a:close/>
                </a:path>
                <a:path w="826134" h="365759">
                  <a:moveTo>
                    <a:pt x="283465" y="100330"/>
                  </a:moveTo>
                  <a:lnTo>
                    <a:pt x="280455" y="100330"/>
                  </a:lnTo>
                  <a:lnTo>
                    <a:pt x="275300" y="101600"/>
                  </a:lnTo>
                  <a:lnTo>
                    <a:pt x="218403" y="101600"/>
                  </a:lnTo>
                  <a:lnTo>
                    <a:pt x="220328" y="102870"/>
                  </a:lnTo>
                  <a:lnTo>
                    <a:pt x="221651" y="104140"/>
                  </a:lnTo>
                  <a:lnTo>
                    <a:pt x="223933" y="105410"/>
                  </a:lnTo>
                  <a:lnTo>
                    <a:pt x="225363" y="104140"/>
                  </a:lnTo>
                  <a:lnTo>
                    <a:pt x="281105" y="104140"/>
                  </a:lnTo>
                  <a:lnTo>
                    <a:pt x="283465" y="100330"/>
                  </a:lnTo>
                  <a:close/>
                </a:path>
                <a:path w="826134" h="365759">
                  <a:moveTo>
                    <a:pt x="236700" y="91440"/>
                  </a:moveTo>
                  <a:lnTo>
                    <a:pt x="175252" y="91440"/>
                  </a:lnTo>
                  <a:lnTo>
                    <a:pt x="176962" y="92710"/>
                  </a:lnTo>
                  <a:lnTo>
                    <a:pt x="177635" y="92710"/>
                  </a:lnTo>
                  <a:lnTo>
                    <a:pt x="178338" y="93980"/>
                  </a:lnTo>
                  <a:lnTo>
                    <a:pt x="171510" y="93980"/>
                  </a:lnTo>
                  <a:lnTo>
                    <a:pt x="169537" y="101600"/>
                  </a:lnTo>
                  <a:lnTo>
                    <a:pt x="170217" y="101600"/>
                  </a:lnTo>
                  <a:lnTo>
                    <a:pt x="172398" y="102870"/>
                  </a:lnTo>
                  <a:lnTo>
                    <a:pt x="174727" y="102870"/>
                  </a:lnTo>
                  <a:lnTo>
                    <a:pt x="171772" y="104140"/>
                  </a:lnTo>
                  <a:lnTo>
                    <a:pt x="178106" y="104140"/>
                  </a:lnTo>
                  <a:lnTo>
                    <a:pt x="181314" y="100330"/>
                  </a:lnTo>
                  <a:lnTo>
                    <a:pt x="175639" y="100330"/>
                  </a:lnTo>
                  <a:lnTo>
                    <a:pt x="172731" y="99060"/>
                  </a:lnTo>
                  <a:lnTo>
                    <a:pt x="182384" y="99060"/>
                  </a:lnTo>
                  <a:lnTo>
                    <a:pt x="184148" y="96520"/>
                  </a:lnTo>
                  <a:lnTo>
                    <a:pt x="184148" y="95250"/>
                  </a:lnTo>
                  <a:lnTo>
                    <a:pt x="249884" y="95250"/>
                  </a:lnTo>
                  <a:lnTo>
                    <a:pt x="241350" y="92710"/>
                  </a:lnTo>
                  <a:lnTo>
                    <a:pt x="236700" y="91440"/>
                  </a:lnTo>
                  <a:close/>
                </a:path>
                <a:path w="826134" h="365759">
                  <a:moveTo>
                    <a:pt x="169931" y="92710"/>
                  </a:moveTo>
                  <a:lnTo>
                    <a:pt x="167077" y="93980"/>
                  </a:lnTo>
                  <a:lnTo>
                    <a:pt x="160921" y="99060"/>
                  </a:lnTo>
                  <a:lnTo>
                    <a:pt x="158461" y="100330"/>
                  </a:lnTo>
                  <a:lnTo>
                    <a:pt x="151555" y="100330"/>
                  </a:lnTo>
                  <a:lnTo>
                    <a:pt x="150571" y="102870"/>
                  </a:lnTo>
                  <a:lnTo>
                    <a:pt x="165468" y="102870"/>
                  </a:lnTo>
                  <a:lnTo>
                    <a:pt x="165390" y="101600"/>
                  </a:lnTo>
                  <a:lnTo>
                    <a:pt x="170449" y="93980"/>
                  </a:lnTo>
                  <a:lnTo>
                    <a:pt x="176521" y="93980"/>
                  </a:lnTo>
                  <a:lnTo>
                    <a:pt x="169931" y="92710"/>
                  </a:lnTo>
                  <a:close/>
                </a:path>
                <a:path w="826134" h="365759">
                  <a:moveTo>
                    <a:pt x="150363" y="88900"/>
                  </a:moveTo>
                  <a:lnTo>
                    <a:pt x="143487" y="88900"/>
                  </a:lnTo>
                  <a:lnTo>
                    <a:pt x="144392" y="90170"/>
                  </a:lnTo>
                  <a:lnTo>
                    <a:pt x="145042" y="90170"/>
                  </a:lnTo>
                  <a:lnTo>
                    <a:pt x="145691" y="91440"/>
                  </a:lnTo>
                  <a:lnTo>
                    <a:pt x="145328" y="92710"/>
                  </a:lnTo>
                  <a:lnTo>
                    <a:pt x="125033" y="92710"/>
                  </a:lnTo>
                  <a:lnTo>
                    <a:pt x="125033" y="95250"/>
                  </a:lnTo>
                  <a:lnTo>
                    <a:pt x="127810" y="95250"/>
                  </a:lnTo>
                  <a:lnTo>
                    <a:pt x="134632" y="96520"/>
                  </a:lnTo>
                  <a:lnTo>
                    <a:pt x="137695" y="97790"/>
                  </a:lnTo>
                  <a:lnTo>
                    <a:pt x="138398" y="99060"/>
                  </a:lnTo>
                  <a:lnTo>
                    <a:pt x="141669" y="100330"/>
                  </a:lnTo>
                  <a:lnTo>
                    <a:pt x="158461" y="100330"/>
                  </a:lnTo>
                  <a:lnTo>
                    <a:pt x="153140" y="99060"/>
                  </a:lnTo>
                  <a:lnTo>
                    <a:pt x="152073" y="97790"/>
                  </a:lnTo>
                  <a:lnTo>
                    <a:pt x="154123" y="96520"/>
                  </a:lnTo>
                  <a:lnTo>
                    <a:pt x="144941" y="96520"/>
                  </a:lnTo>
                  <a:lnTo>
                    <a:pt x="145614" y="95250"/>
                  </a:lnTo>
                  <a:lnTo>
                    <a:pt x="147402" y="92710"/>
                  </a:lnTo>
                  <a:lnTo>
                    <a:pt x="150363" y="88900"/>
                  </a:lnTo>
                  <a:close/>
                </a:path>
                <a:path w="826134" h="365759">
                  <a:moveTo>
                    <a:pt x="182384" y="99060"/>
                  </a:moveTo>
                  <a:lnTo>
                    <a:pt x="178547" y="99060"/>
                  </a:lnTo>
                  <a:lnTo>
                    <a:pt x="177272" y="100330"/>
                  </a:lnTo>
                  <a:lnTo>
                    <a:pt x="181314" y="100330"/>
                  </a:lnTo>
                  <a:lnTo>
                    <a:pt x="182384" y="99060"/>
                  </a:lnTo>
                  <a:close/>
                </a:path>
                <a:path w="826134" h="365759">
                  <a:moveTo>
                    <a:pt x="166606" y="91440"/>
                  </a:moveTo>
                  <a:lnTo>
                    <a:pt x="157132" y="91440"/>
                  </a:lnTo>
                  <a:lnTo>
                    <a:pt x="156172" y="96520"/>
                  </a:lnTo>
                  <a:lnTo>
                    <a:pt x="156822" y="97790"/>
                  </a:lnTo>
                  <a:lnTo>
                    <a:pt x="160921" y="97790"/>
                  </a:lnTo>
                  <a:lnTo>
                    <a:pt x="159342" y="95250"/>
                  </a:lnTo>
                  <a:lnTo>
                    <a:pt x="159599" y="93980"/>
                  </a:lnTo>
                  <a:lnTo>
                    <a:pt x="164949" y="93980"/>
                  </a:lnTo>
                  <a:lnTo>
                    <a:pt x="166606" y="91440"/>
                  </a:lnTo>
                  <a:close/>
                </a:path>
                <a:path w="826134" h="365759">
                  <a:moveTo>
                    <a:pt x="218779" y="87630"/>
                  </a:moveTo>
                  <a:lnTo>
                    <a:pt x="153634" y="87630"/>
                  </a:lnTo>
                  <a:lnTo>
                    <a:pt x="153634" y="91440"/>
                  </a:lnTo>
                  <a:lnTo>
                    <a:pt x="147640" y="96520"/>
                  </a:lnTo>
                  <a:lnTo>
                    <a:pt x="154123" y="96520"/>
                  </a:lnTo>
                  <a:lnTo>
                    <a:pt x="156929" y="91440"/>
                  </a:lnTo>
                  <a:lnTo>
                    <a:pt x="166606" y="91440"/>
                  </a:lnTo>
                  <a:lnTo>
                    <a:pt x="163311" y="88900"/>
                  </a:lnTo>
                  <a:lnTo>
                    <a:pt x="221097" y="88900"/>
                  </a:lnTo>
                  <a:lnTo>
                    <a:pt x="218779" y="87630"/>
                  </a:lnTo>
                  <a:close/>
                </a:path>
                <a:path w="826134" h="365759">
                  <a:moveTo>
                    <a:pt x="164949" y="93980"/>
                  </a:moveTo>
                  <a:lnTo>
                    <a:pt x="159599" y="93980"/>
                  </a:lnTo>
                  <a:lnTo>
                    <a:pt x="161833" y="95250"/>
                  </a:lnTo>
                  <a:lnTo>
                    <a:pt x="163728" y="95250"/>
                  </a:lnTo>
                  <a:lnTo>
                    <a:pt x="164949" y="93980"/>
                  </a:lnTo>
                  <a:close/>
                </a:path>
                <a:path w="826134" h="365759">
                  <a:moveTo>
                    <a:pt x="258838" y="90170"/>
                  </a:moveTo>
                  <a:lnTo>
                    <a:pt x="256788" y="90170"/>
                  </a:lnTo>
                  <a:lnTo>
                    <a:pt x="244460" y="91440"/>
                  </a:lnTo>
                  <a:lnTo>
                    <a:pt x="240869" y="91440"/>
                  </a:lnTo>
                  <a:lnTo>
                    <a:pt x="253988" y="93980"/>
                  </a:lnTo>
                  <a:lnTo>
                    <a:pt x="256812" y="93980"/>
                  </a:lnTo>
                  <a:lnTo>
                    <a:pt x="258838" y="90170"/>
                  </a:lnTo>
                  <a:close/>
                </a:path>
                <a:path w="826134" h="365759">
                  <a:moveTo>
                    <a:pt x="215425" y="80010"/>
                  </a:moveTo>
                  <a:lnTo>
                    <a:pt x="128197" y="80010"/>
                  </a:lnTo>
                  <a:lnTo>
                    <a:pt x="128197" y="85090"/>
                  </a:lnTo>
                  <a:lnTo>
                    <a:pt x="127578" y="86360"/>
                  </a:lnTo>
                  <a:lnTo>
                    <a:pt x="125993" y="86360"/>
                  </a:lnTo>
                  <a:lnTo>
                    <a:pt x="123842" y="87630"/>
                  </a:lnTo>
                  <a:lnTo>
                    <a:pt x="119015" y="88900"/>
                  </a:lnTo>
                  <a:lnTo>
                    <a:pt x="109541" y="88900"/>
                  </a:lnTo>
                  <a:lnTo>
                    <a:pt x="111978" y="90170"/>
                  </a:lnTo>
                  <a:lnTo>
                    <a:pt x="113277" y="91440"/>
                  </a:lnTo>
                  <a:lnTo>
                    <a:pt x="116340" y="92710"/>
                  </a:lnTo>
                  <a:lnTo>
                    <a:pt x="130122" y="92710"/>
                  </a:lnTo>
                  <a:lnTo>
                    <a:pt x="134221" y="90170"/>
                  </a:lnTo>
                  <a:lnTo>
                    <a:pt x="136325" y="88900"/>
                  </a:lnTo>
                  <a:lnTo>
                    <a:pt x="138660" y="85090"/>
                  </a:lnTo>
                  <a:lnTo>
                    <a:pt x="219810" y="85090"/>
                  </a:lnTo>
                  <a:lnTo>
                    <a:pt x="221186" y="83820"/>
                  </a:lnTo>
                  <a:lnTo>
                    <a:pt x="219282" y="81280"/>
                  </a:lnTo>
                  <a:lnTo>
                    <a:pt x="215425" y="80010"/>
                  </a:lnTo>
                  <a:close/>
                </a:path>
                <a:path w="826134" h="365759">
                  <a:moveTo>
                    <a:pt x="230994" y="81280"/>
                  </a:moveTo>
                  <a:lnTo>
                    <a:pt x="228992" y="81280"/>
                  </a:lnTo>
                  <a:lnTo>
                    <a:pt x="221704" y="85090"/>
                  </a:lnTo>
                  <a:lnTo>
                    <a:pt x="139226" y="85090"/>
                  </a:lnTo>
                  <a:lnTo>
                    <a:pt x="139906" y="86360"/>
                  </a:lnTo>
                  <a:lnTo>
                    <a:pt x="140370" y="87630"/>
                  </a:lnTo>
                  <a:lnTo>
                    <a:pt x="139566" y="90170"/>
                  </a:lnTo>
                  <a:lnTo>
                    <a:pt x="136688" y="91440"/>
                  </a:lnTo>
                  <a:lnTo>
                    <a:pt x="134221" y="92710"/>
                  </a:lnTo>
                  <a:lnTo>
                    <a:pt x="143094" y="92710"/>
                  </a:lnTo>
                  <a:lnTo>
                    <a:pt x="142188" y="91440"/>
                  </a:lnTo>
                  <a:lnTo>
                    <a:pt x="142188" y="90170"/>
                  </a:lnTo>
                  <a:lnTo>
                    <a:pt x="142575" y="88900"/>
                  </a:lnTo>
                  <a:lnTo>
                    <a:pt x="150363" y="88900"/>
                  </a:lnTo>
                  <a:lnTo>
                    <a:pt x="153634" y="87630"/>
                  </a:lnTo>
                  <a:lnTo>
                    <a:pt x="218779" y="87630"/>
                  </a:lnTo>
                  <a:lnTo>
                    <a:pt x="216461" y="86360"/>
                  </a:lnTo>
                  <a:lnTo>
                    <a:pt x="236779" y="86360"/>
                  </a:lnTo>
                  <a:lnTo>
                    <a:pt x="230994" y="81280"/>
                  </a:lnTo>
                  <a:close/>
                </a:path>
                <a:path w="826134" h="365759">
                  <a:moveTo>
                    <a:pt x="221097" y="88900"/>
                  </a:moveTo>
                  <a:lnTo>
                    <a:pt x="164246" y="88900"/>
                  </a:lnTo>
                  <a:lnTo>
                    <a:pt x="169228" y="90170"/>
                  </a:lnTo>
                  <a:lnTo>
                    <a:pt x="172421" y="91440"/>
                  </a:lnTo>
                  <a:lnTo>
                    <a:pt x="244460" y="91440"/>
                  </a:lnTo>
                  <a:lnTo>
                    <a:pt x="243238" y="90170"/>
                  </a:lnTo>
                  <a:lnTo>
                    <a:pt x="223414" y="90170"/>
                  </a:lnTo>
                  <a:lnTo>
                    <a:pt x="221097" y="88900"/>
                  </a:lnTo>
                  <a:close/>
                </a:path>
                <a:path w="826134" h="365759">
                  <a:moveTo>
                    <a:pt x="237143" y="86360"/>
                  </a:moveTo>
                  <a:lnTo>
                    <a:pt x="221466" y="86360"/>
                  </a:lnTo>
                  <a:lnTo>
                    <a:pt x="228008" y="88900"/>
                  </a:lnTo>
                  <a:lnTo>
                    <a:pt x="231822" y="90170"/>
                  </a:lnTo>
                  <a:lnTo>
                    <a:pt x="243238" y="90170"/>
                  </a:lnTo>
                  <a:lnTo>
                    <a:pt x="244251" y="88900"/>
                  </a:lnTo>
                  <a:lnTo>
                    <a:pt x="233901" y="88900"/>
                  </a:lnTo>
                  <a:lnTo>
                    <a:pt x="237143" y="86360"/>
                  </a:lnTo>
                  <a:close/>
                </a:path>
                <a:path w="826134" h="365759">
                  <a:moveTo>
                    <a:pt x="200835" y="74930"/>
                  </a:moveTo>
                  <a:lnTo>
                    <a:pt x="102635" y="74930"/>
                  </a:lnTo>
                  <a:lnTo>
                    <a:pt x="104143" y="76200"/>
                  </a:lnTo>
                  <a:lnTo>
                    <a:pt x="106216" y="76200"/>
                  </a:lnTo>
                  <a:lnTo>
                    <a:pt x="105883" y="77470"/>
                  </a:lnTo>
                  <a:lnTo>
                    <a:pt x="102766" y="78740"/>
                  </a:lnTo>
                  <a:lnTo>
                    <a:pt x="98125" y="81280"/>
                  </a:lnTo>
                  <a:lnTo>
                    <a:pt x="86732" y="81280"/>
                  </a:lnTo>
                  <a:lnTo>
                    <a:pt x="90229" y="82550"/>
                  </a:lnTo>
                  <a:lnTo>
                    <a:pt x="93376" y="83820"/>
                  </a:lnTo>
                  <a:lnTo>
                    <a:pt x="97499" y="85090"/>
                  </a:lnTo>
                  <a:lnTo>
                    <a:pt x="100043" y="86360"/>
                  </a:lnTo>
                  <a:lnTo>
                    <a:pt x="102069" y="87630"/>
                  </a:lnTo>
                  <a:lnTo>
                    <a:pt x="104846" y="88900"/>
                  </a:lnTo>
                  <a:lnTo>
                    <a:pt x="119015" y="88900"/>
                  </a:lnTo>
                  <a:lnTo>
                    <a:pt x="124187" y="83820"/>
                  </a:lnTo>
                  <a:lnTo>
                    <a:pt x="108141" y="83820"/>
                  </a:lnTo>
                  <a:lnTo>
                    <a:pt x="103988" y="82550"/>
                  </a:lnTo>
                  <a:lnTo>
                    <a:pt x="104041" y="81280"/>
                  </a:lnTo>
                  <a:lnTo>
                    <a:pt x="106818" y="80010"/>
                  </a:lnTo>
                  <a:lnTo>
                    <a:pt x="112846" y="80010"/>
                  </a:lnTo>
                  <a:lnTo>
                    <a:pt x="113903" y="77470"/>
                  </a:lnTo>
                  <a:lnTo>
                    <a:pt x="207991" y="77470"/>
                  </a:lnTo>
                  <a:lnTo>
                    <a:pt x="200835" y="74930"/>
                  </a:lnTo>
                  <a:close/>
                </a:path>
                <a:path w="826134" h="365759">
                  <a:moveTo>
                    <a:pt x="243918" y="86360"/>
                  </a:moveTo>
                  <a:lnTo>
                    <a:pt x="239193" y="87630"/>
                  </a:lnTo>
                  <a:lnTo>
                    <a:pt x="235665" y="88900"/>
                  </a:lnTo>
                  <a:lnTo>
                    <a:pt x="244251" y="88900"/>
                  </a:lnTo>
                  <a:lnTo>
                    <a:pt x="245264" y="87630"/>
                  </a:lnTo>
                  <a:lnTo>
                    <a:pt x="243918" y="86360"/>
                  </a:lnTo>
                  <a:close/>
                </a:path>
                <a:path w="826134" h="365759">
                  <a:moveTo>
                    <a:pt x="207991" y="77470"/>
                  </a:moveTo>
                  <a:lnTo>
                    <a:pt x="114445" y="77470"/>
                  </a:lnTo>
                  <a:lnTo>
                    <a:pt x="115690" y="80010"/>
                  </a:lnTo>
                  <a:lnTo>
                    <a:pt x="116727" y="81280"/>
                  </a:lnTo>
                  <a:lnTo>
                    <a:pt x="115976" y="82550"/>
                  </a:lnTo>
                  <a:lnTo>
                    <a:pt x="113355" y="83820"/>
                  </a:lnTo>
                  <a:lnTo>
                    <a:pt x="124187" y="83820"/>
                  </a:lnTo>
                  <a:lnTo>
                    <a:pt x="126773" y="81280"/>
                  </a:lnTo>
                  <a:lnTo>
                    <a:pt x="128197" y="80010"/>
                  </a:lnTo>
                  <a:lnTo>
                    <a:pt x="215425" y="80010"/>
                  </a:lnTo>
                  <a:lnTo>
                    <a:pt x="211568" y="78740"/>
                  </a:lnTo>
                  <a:lnTo>
                    <a:pt x="207991" y="77470"/>
                  </a:lnTo>
                  <a:close/>
                </a:path>
                <a:path w="826134" h="365759">
                  <a:moveTo>
                    <a:pt x="25538" y="63500"/>
                  </a:moveTo>
                  <a:lnTo>
                    <a:pt x="60549" y="81280"/>
                  </a:lnTo>
                  <a:lnTo>
                    <a:pt x="65162" y="82550"/>
                  </a:lnTo>
                  <a:lnTo>
                    <a:pt x="65603" y="82550"/>
                  </a:lnTo>
                  <a:lnTo>
                    <a:pt x="59764" y="80010"/>
                  </a:lnTo>
                  <a:lnTo>
                    <a:pt x="40923" y="72390"/>
                  </a:lnTo>
                  <a:lnTo>
                    <a:pt x="39135" y="71120"/>
                  </a:lnTo>
                  <a:lnTo>
                    <a:pt x="42174" y="69850"/>
                  </a:lnTo>
                  <a:lnTo>
                    <a:pt x="37759" y="69850"/>
                  </a:lnTo>
                  <a:lnTo>
                    <a:pt x="35500" y="68580"/>
                  </a:lnTo>
                  <a:lnTo>
                    <a:pt x="31246" y="68580"/>
                  </a:lnTo>
                  <a:lnTo>
                    <a:pt x="29166" y="66040"/>
                  </a:lnTo>
                  <a:lnTo>
                    <a:pt x="28005" y="64877"/>
                  </a:lnTo>
                  <a:lnTo>
                    <a:pt x="25538" y="63500"/>
                  </a:lnTo>
                  <a:close/>
                </a:path>
                <a:path w="826134" h="365759">
                  <a:moveTo>
                    <a:pt x="112846" y="80010"/>
                  </a:moveTo>
                  <a:lnTo>
                    <a:pt x="109487" y="80010"/>
                  </a:lnTo>
                  <a:lnTo>
                    <a:pt x="108165" y="82550"/>
                  </a:lnTo>
                  <a:lnTo>
                    <a:pt x="110864" y="82550"/>
                  </a:lnTo>
                  <a:lnTo>
                    <a:pt x="112318" y="81280"/>
                  </a:lnTo>
                  <a:lnTo>
                    <a:pt x="112846" y="80010"/>
                  </a:lnTo>
                  <a:close/>
                </a:path>
                <a:path w="826134" h="365759">
                  <a:moveTo>
                    <a:pt x="77544" y="69850"/>
                  </a:moveTo>
                  <a:lnTo>
                    <a:pt x="76948" y="69850"/>
                  </a:lnTo>
                  <a:lnTo>
                    <a:pt x="70769" y="72390"/>
                  </a:lnTo>
                  <a:lnTo>
                    <a:pt x="60336" y="72390"/>
                  </a:lnTo>
                  <a:lnTo>
                    <a:pt x="72092" y="76200"/>
                  </a:lnTo>
                  <a:lnTo>
                    <a:pt x="76686" y="77470"/>
                  </a:lnTo>
                  <a:lnTo>
                    <a:pt x="79206" y="80010"/>
                  </a:lnTo>
                  <a:lnTo>
                    <a:pt x="81357" y="80010"/>
                  </a:lnTo>
                  <a:lnTo>
                    <a:pt x="84158" y="81280"/>
                  </a:lnTo>
                  <a:lnTo>
                    <a:pt x="98125" y="81280"/>
                  </a:lnTo>
                  <a:lnTo>
                    <a:pt x="91946" y="80010"/>
                  </a:lnTo>
                  <a:lnTo>
                    <a:pt x="93761" y="77470"/>
                  </a:lnTo>
                  <a:lnTo>
                    <a:pt x="85641" y="77470"/>
                  </a:lnTo>
                  <a:lnTo>
                    <a:pt x="80761" y="76200"/>
                  </a:lnTo>
                  <a:lnTo>
                    <a:pt x="81494" y="74930"/>
                  </a:lnTo>
                  <a:lnTo>
                    <a:pt x="74690" y="74930"/>
                  </a:lnTo>
                  <a:lnTo>
                    <a:pt x="77544" y="69850"/>
                  </a:lnTo>
                  <a:close/>
                </a:path>
                <a:path w="826134" h="365759">
                  <a:moveTo>
                    <a:pt x="59895" y="72390"/>
                  </a:moveTo>
                  <a:lnTo>
                    <a:pt x="55354" y="72390"/>
                  </a:lnTo>
                  <a:lnTo>
                    <a:pt x="57976" y="73660"/>
                  </a:lnTo>
                  <a:lnTo>
                    <a:pt x="59585" y="74930"/>
                  </a:lnTo>
                  <a:lnTo>
                    <a:pt x="62052" y="78740"/>
                  </a:lnTo>
                  <a:lnTo>
                    <a:pt x="59895" y="72390"/>
                  </a:lnTo>
                  <a:close/>
                </a:path>
                <a:path w="826134" h="365759">
                  <a:moveTo>
                    <a:pt x="188564" y="71120"/>
                  </a:moveTo>
                  <a:lnTo>
                    <a:pt x="83693" y="71120"/>
                  </a:lnTo>
                  <a:lnTo>
                    <a:pt x="92750" y="72390"/>
                  </a:lnTo>
                  <a:lnTo>
                    <a:pt x="96957" y="76200"/>
                  </a:lnTo>
                  <a:lnTo>
                    <a:pt x="97553" y="77470"/>
                  </a:lnTo>
                  <a:lnTo>
                    <a:pt x="96593" y="78740"/>
                  </a:lnTo>
                  <a:lnTo>
                    <a:pt x="100252" y="78740"/>
                  </a:lnTo>
                  <a:lnTo>
                    <a:pt x="101056" y="76200"/>
                  </a:lnTo>
                  <a:lnTo>
                    <a:pt x="102635" y="74930"/>
                  </a:lnTo>
                  <a:lnTo>
                    <a:pt x="200835" y="74930"/>
                  </a:lnTo>
                  <a:lnTo>
                    <a:pt x="197258" y="73660"/>
                  </a:lnTo>
                  <a:lnTo>
                    <a:pt x="188564" y="71120"/>
                  </a:lnTo>
                  <a:close/>
                </a:path>
                <a:path w="826134" h="365759">
                  <a:moveTo>
                    <a:pt x="93578" y="74930"/>
                  </a:moveTo>
                  <a:lnTo>
                    <a:pt x="90831" y="76200"/>
                  </a:lnTo>
                  <a:lnTo>
                    <a:pt x="85641" y="77470"/>
                  </a:lnTo>
                  <a:lnTo>
                    <a:pt x="93761" y="77470"/>
                  </a:lnTo>
                  <a:lnTo>
                    <a:pt x="94669" y="76200"/>
                  </a:lnTo>
                  <a:lnTo>
                    <a:pt x="93578" y="74930"/>
                  </a:lnTo>
                  <a:close/>
                </a:path>
                <a:path w="826134" h="365759">
                  <a:moveTo>
                    <a:pt x="175523" y="67310"/>
                  </a:moveTo>
                  <a:lnTo>
                    <a:pt x="79307" y="67310"/>
                  </a:lnTo>
                  <a:lnTo>
                    <a:pt x="82340" y="68580"/>
                  </a:lnTo>
                  <a:lnTo>
                    <a:pt x="82710" y="68580"/>
                  </a:lnTo>
                  <a:lnTo>
                    <a:pt x="78348" y="73660"/>
                  </a:lnTo>
                  <a:lnTo>
                    <a:pt x="74690" y="74930"/>
                  </a:lnTo>
                  <a:lnTo>
                    <a:pt x="81494" y="74930"/>
                  </a:lnTo>
                  <a:lnTo>
                    <a:pt x="83693" y="71120"/>
                  </a:lnTo>
                  <a:lnTo>
                    <a:pt x="188564" y="71120"/>
                  </a:lnTo>
                  <a:lnTo>
                    <a:pt x="175523" y="67310"/>
                  </a:lnTo>
                  <a:close/>
                </a:path>
                <a:path w="826134" h="365759">
                  <a:moveTo>
                    <a:pt x="51541" y="64877"/>
                  </a:moveTo>
                  <a:lnTo>
                    <a:pt x="42583" y="64877"/>
                  </a:lnTo>
                  <a:lnTo>
                    <a:pt x="46559" y="67310"/>
                  </a:lnTo>
                  <a:lnTo>
                    <a:pt x="49723" y="67310"/>
                  </a:lnTo>
                  <a:lnTo>
                    <a:pt x="55015" y="69850"/>
                  </a:lnTo>
                  <a:lnTo>
                    <a:pt x="55170" y="69850"/>
                  </a:lnTo>
                  <a:lnTo>
                    <a:pt x="51618" y="72390"/>
                  </a:lnTo>
                  <a:lnTo>
                    <a:pt x="48371" y="73660"/>
                  </a:lnTo>
                  <a:lnTo>
                    <a:pt x="55354" y="72390"/>
                  </a:lnTo>
                  <a:lnTo>
                    <a:pt x="70769" y="72390"/>
                  </a:lnTo>
                  <a:lnTo>
                    <a:pt x="65579" y="69850"/>
                  </a:lnTo>
                  <a:lnTo>
                    <a:pt x="66357" y="68580"/>
                  </a:lnTo>
                  <a:lnTo>
                    <a:pt x="59531" y="68580"/>
                  </a:lnTo>
                  <a:lnTo>
                    <a:pt x="51541" y="64877"/>
                  </a:lnTo>
                  <a:close/>
                </a:path>
                <a:path w="826134" h="365759">
                  <a:moveTo>
                    <a:pt x="44998" y="68580"/>
                  </a:moveTo>
                  <a:lnTo>
                    <a:pt x="40637" y="68580"/>
                  </a:lnTo>
                  <a:lnTo>
                    <a:pt x="37759" y="69850"/>
                  </a:lnTo>
                  <a:lnTo>
                    <a:pt x="42174" y="69850"/>
                  </a:lnTo>
                  <a:lnTo>
                    <a:pt x="44998" y="68580"/>
                  </a:lnTo>
                  <a:close/>
                </a:path>
                <a:path w="826134" h="365759">
                  <a:moveTo>
                    <a:pt x="158135" y="62230"/>
                  </a:moveTo>
                  <a:lnTo>
                    <a:pt x="65680" y="62230"/>
                  </a:lnTo>
                  <a:lnTo>
                    <a:pt x="72765" y="66040"/>
                  </a:lnTo>
                  <a:lnTo>
                    <a:pt x="69625" y="69850"/>
                  </a:lnTo>
                  <a:lnTo>
                    <a:pt x="72378" y="69850"/>
                  </a:lnTo>
                  <a:lnTo>
                    <a:pt x="73808" y="68580"/>
                  </a:lnTo>
                  <a:lnTo>
                    <a:pt x="74404" y="68580"/>
                  </a:lnTo>
                  <a:lnTo>
                    <a:pt x="74976" y="67310"/>
                  </a:lnTo>
                  <a:lnTo>
                    <a:pt x="175523" y="67310"/>
                  </a:lnTo>
                  <a:lnTo>
                    <a:pt x="158135" y="62230"/>
                  </a:lnTo>
                  <a:close/>
                </a:path>
                <a:path w="826134" h="365759">
                  <a:moveTo>
                    <a:pt x="35167" y="63500"/>
                  </a:moveTo>
                  <a:lnTo>
                    <a:pt x="31741" y="68580"/>
                  </a:lnTo>
                  <a:lnTo>
                    <a:pt x="35500" y="68580"/>
                  </a:lnTo>
                  <a:lnTo>
                    <a:pt x="36236" y="64877"/>
                  </a:lnTo>
                  <a:lnTo>
                    <a:pt x="35167" y="63500"/>
                  </a:lnTo>
                  <a:close/>
                </a:path>
                <a:path w="826134" h="365759">
                  <a:moveTo>
                    <a:pt x="67837" y="66040"/>
                  </a:moveTo>
                  <a:lnTo>
                    <a:pt x="66824" y="66040"/>
                  </a:lnTo>
                  <a:lnTo>
                    <a:pt x="64465" y="67310"/>
                  </a:lnTo>
                  <a:lnTo>
                    <a:pt x="59531" y="68580"/>
                  </a:lnTo>
                  <a:lnTo>
                    <a:pt x="66357" y="68580"/>
                  </a:lnTo>
                  <a:lnTo>
                    <a:pt x="67134" y="67310"/>
                  </a:lnTo>
                  <a:lnTo>
                    <a:pt x="67837" y="66040"/>
                  </a:lnTo>
                  <a:close/>
                </a:path>
                <a:path w="826134" h="365759">
                  <a:moveTo>
                    <a:pt x="5970" y="49530"/>
                  </a:moveTo>
                  <a:lnTo>
                    <a:pt x="3009" y="50800"/>
                  </a:lnTo>
                  <a:lnTo>
                    <a:pt x="3009" y="55880"/>
                  </a:lnTo>
                  <a:lnTo>
                    <a:pt x="8955" y="59690"/>
                  </a:lnTo>
                  <a:lnTo>
                    <a:pt x="18739" y="63500"/>
                  </a:lnTo>
                  <a:lnTo>
                    <a:pt x="21674" y="64877"/>
                  </a:lnTo>
                  <a:lnTo>
                    <a:pt x="21641" y="63500"/>
                  </a:lnTo>
                  <a:lnTo>
                    <a:pt x="25508" y="60960"/>
                  </a:lnTo>
                  <a:lnTo>
                    <a:pt x="24680" y="59690"/>
                  </a:lnTo>
                  <a:lnTo>
                    <a:pt x="17077" y="57150"/>
                  </a:lnTo>
                  <a:lnTo>
                    <a:pt x="14431" y="54610"/>
                  </a:lnTo>
                  <a:lnTo>
                    <a:pt x="9807" y="54610"/>
                  </a:lnTo>
                  <a:lnTo>
                    <a:pt x="8407" y="53340"/>
                  </a:lnTo>
                  <a:lnTo>
                    <a:pt x="5970" y="49530"/>
                  </a:lnTo>
                  <a:close/>
                </a:path>
                <a:path w="826134" h="365759">
                  <a:moveTo>
                    <a:pt x="34696" y="52070"/>
                  </a:moveTo>
                  <a:lnTo>
                    <a:pt x="14431" y="52070"/>
                  </a:lnTo>
                  <a:lnTo>
                    <a:pt x="27844" y="59690"/>
                  </a:lnTo>
                  <a:lnTo>
                    <a:pt x="31105" y="64877"/>
                  </a:lnTo>
                  <a:lnTo>
                    <a:pt x="31556" y="63500"/>
                  </a:lnTo>
                  <a:lnTo>
                    <a:pt x="31580" y="60960"/>
                  </a:lnTo>
                  <a:lnTo>
                    <a:pt x="32205" y="59690"/>
                  </a:lnTo>
                  <a:lnTo>
                    <a:pt x="40652" y="59690"/>
                  </a:lnTo>
                  <a:lnTo>
                    <a:pt x="38587" y="58420"/>
                  </a:lnTo>
                  <a:lnTo>
                    <a:pt x="145095" y="58420"/>
                  </a:lnTo>
                  <a:lnTo>
                    <a:pt x="140748" y="57150"/>
                  </a:lnTo>
                  <a:lnTo>
                    <a:pt x="28600" y="57150"/>
                  </a:lnTo>
                  <a:lnTo>
                    <a:pt x="34696" y="52070"/>
                  </a:lnTo>
                  <a:close/>
                </a:path>
                <a:path w="826134" h="365759">
                  <a:moveTo>
                    <a:pt x="40652" y="59690"/>
                  </a:moveTo>
                  <a:lnTo>
                    <a:pt x="32205" y="59690"/>
                  </a:lnTo>
                  <a:lnTo>
                    <a:pt x="35733" y="63500"/>
                  </a:lnTo>
                  <a:lnTo>
                    <a:pt x="38745" y="64877"/>
                  </a:lnTo>
                  <a:lnTo>
                    <a:pt x="51308" y="64877"/>
                  </a:lnTo>
                  <a:lnTo>
                    <a:pt x="51308" y="62230"/>
                  </a:lnTo>
                  <a:lnTo>
                    <a:pt x="45284" y="62230"/>
                  </a:lnTo>
                  <a:lnTo>
                    <a:pt x="42716" y="60960"/>
                  </a:lnTo>
                  <a:lnTo>
                    <a:pt x="40652" y="59690"/>
                  </a:lnTo>
                  <a:close/>
                </a:path>
                <a:path w="826134" h="365759">
                  <a:moveTo>
                    <a:pt x="145095" y="58420"/>
                  </a:moveTo>
                  <a:lnTo>
                    <a:pt x="51511" y="58420"/>
                  </a:lnTo>
                  <a:lnTo>
                    <a:pt x="54836" y="62230"/>
                  </a:lnTo>
                  <a:lnTo>
                    <a:pt x="57380" y="63500"/>
                  </a:lnTo>
                  <a:lnTo>
                    <a:pt x="65680" y="62230"/>
                  </a:lnTo>
                  <a:lnTo>
                    <a:pt x="158135" y="62230"/>
                  </a:lnTo>
                  <a:lnTo>
                    <a:pt x="145095" y="58420"/>
                  </a:lnTo>
                  <a:close/>
                </a:path>
                <a:path w="826134" h="365759">
                  <a:moveTo>
                    <a:pt x="51308" y="58420"/>
                  </a:moveTo>
                  <a:lnTo>
                    <a:pt x="42716" y="58420"/>
                  </a:lnTo>
                  <a:lnTo>
                    <a:pt x="45284" y="59690"/>
                  </a:lnTo>
                  <a:lnTo>
                    <a:pt x="46869" y="59690"/>
                  </a:lnTo>
                  <a:lnTo>
                    <a:pt x="49414" y="62230"/>
                  </a:lnTo>
                  <a:lnTo>
                    <a:pt x="51308" y="62230"/>
                  </a:lnTo>
                  <a:lnTo>
                    <a:pt x="51308" y="58420"/>
                  </a:lnTo>
                  <a:close/>
                </a:path>
                <a:path w="826134" h="365759">
                  <a:moveTo>
                    <a:pt x="123678" y="52070"/>
                  </a:moveTo>
                  <a:lnTo>
                    <a:pt x="37759" y="52070"/>
                  </a:lnTo>
                  <a:lnTo>
                    <a:pt x="36901" y="53340"/>
                  </a:lnTo>
                  <a:lnTo>
                    <a:pt x="30883" y="57150"/>
                  </a:lnTo>
                  <a:lnTo>
                    <a:pt x="140748" y="57150"/>
                  </a:lnTo>
                  <a:lnTo>
                    <a:pt x="132054" y="54610"/>
                  </a:lnTo>
                  <a:lnTo>
                    <a:pt x="123678" y="52070"/>
                  </a:lnTo>
                  <a:close/>
                </a:path>
                <a:path w="826134" h="365759">
                  <a:moveTo>
                    <a:pt x="86359" y="40640"/>
                  </a:moveTo>
                  <a:lnTo>
                    <a:pt x="13782" y="40640"/>
                  </a:lnTo>
                  <a:lnTo>
                    <a:pt x="14479" y="41910"/>
                  </a:lnTo>
                  <a:lnTo>
                    <a:pt x="14997" y="43180"/>
                  </a:lnTo>
                  <a:lnTo>
                    <a:pt x="15545" y="45720"/>
                  </a:lnTo>
                  <a:lnTo>
                    <a:pt x="2597" y="45720"/>
                  </a:lnTo>
                  <a:lnTo>
                    <a:pt x="10332" y="52070"/>
                  </a:lnTo>
                  <a:lnTo>
                    <a:pt x="11887" y="54610"/>
                  </a:lnTo>
                  <a:lnTo>
                    <a:pt x="14431" y="54610"/>
                  </a:lnTo>
                  <a:lnTo>
                    <a:pt x="14431" y="52070"/>
                  </a:lnTo>
                  <a:lnTo>
                    <a:pt x="123678" y="52070"/>
                  </a:lnTo>
                  <a:lnTo>
                    <a:pt x="90173" y="41910"/>
                  </a:lnTo>
                  <a:lnTo>
                    <a:pt x="86359" y="40640"/>
                  </a:lnTo>
                  <a:close/>
                </a:path>
                <a:path w="826134" h="365759">
                  <a:moveTo>
                    <a:pt x="14401" y="8890"/>
                  </a:moveTo>
                  <a:lnTo>
                    <a:pt x="12715" y="8890"/>
                  </a:lnTo>
                  <a:lnTo>
                    <a:pt x="3038" y="10160"/>
                  </a:lnTo>
                  <a:lnTo>
                    <a:pt x="1996" y="10160"/>
                  </a:lnTo>
                  <a:lnTo>
                    <a:pt x="101" y="20320"/>
                  </a:lnTo>
                  <a:lnTo>
                    <a:pt x="0" y="24130"/>
                  </a:lnTo>
                  <a:lnTo>
                    <a:pt x="1298" y="25400"/>
                  </a:lnTo>
                  <a:lnTo>
                    <a:pt x="2049" y="27940"/>
                  </a:lnTo>
                  <a:lnTo>
                    <a:pt x="3634" y="39370"/>
                  </a:lnTo>
                  <a:lnTo>
                    <a:pt x="4361" y="41910"/>
                  </a:lnTo>
                  <a:lnTo>
                    <a:pt x="9110" y="44450"/>
                  </a:lnTo>
                  <a:lnTo>
                    <a:pt x="5863" y="44450"/>
                  </a:lnTo>
                  <a:lnTo>
                    <a:pt x="2437" y="45720"/>
                  </a:lnTo>
                  <a:lnTo>
                    <a:pt x="11416" y="45720"/>
                  </a:lnTo>
                  <a:lnTo>
                    <a:pt x="12506" y="41910"/>
                  </a:lnTo>
                  <a:lnTo>
                    <a:pt x="13186" y="40640"/>
                  </a:lnTo>
                  <a:lnTo>
                    <a:pt x="86359" y="40640"/>
                  </a:lnTo>
                  <a:lnTo>
                    <a:pt x="52032" y="29210"/>
                  </a:lnTo>
                  <a:lnTo>
                    <a:pt x="19746" y="17780"/>
                  </a:lnTo>
                  <a:lnTo>
                    <a:pt x="17959" y="16510"/>
                  </a:lnTo>
                  <a:lnTo>
                    <a:pt x="15962" y="13970"/>
                  </a:lnTo>
                  <a:lnTo>
                    <a:pt x="14401" y="8890"/>
                  </a:lnTo>
                  <a:close/>
                </a:path>
                <a:path w="826134" h="365759">
                  <a:moveTo>
                    <a:pt x="639153" y="19050"/>
                  </a:moveTo>
                  <a:lnTo>
                    <a:pt x="634612" y="20320"/>
                  </a:lnTo>
                  <a:lnTo>
                    <a:pt x="639516" y="20320"/>
                  </a:lnTo>
                  <a:lnTo>
                    <a:pt x="639153" y="190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0369347" y="8988716"/>
              <a:ext cx="753745" cy="158115"/>
            </a:xfrm>
            <a:custGeom>
              <a:avLst/>
              <a:gdLst/>
              <a:ahLst/>
              <a:cxnLst/>
              <a:rect l="l" t="t" r="r" b="b"/>
              <a:pathLst>
                <a:path w="753745" h="158115">
                  <a:moveTo>
                    <a:pt x="7823" y="3721"/>
                  </a:moveTo>
                  <a:lnTo>
                    <a:pt x="7404" y="2882"/>
                  </a:lnTo>
                  <a:lnTo>
                    <a:pt x="4267" y="838"/>
                  </a:lnTo>
                  <a:lnTo>
                    <a:pt x="2108" y="0"/>
                  </a:lnTo>
                  <a:lnTo>
                    <a:pt x="1066" y="0"/>
                  </a:lnTo>
                  <a:lnTo>
                    <a:pt x="0" y="0"/>
                  </a:lnTo>
                  <a:lnTo>
                    <a:pt x="457" y="838"/>
                  </a:lnTo>
                  <a:lnTo>
                    <a:pt x="3581" y="2882"/>
                  </a:lnTo>
                  <a:lnTo>
                    <a:pt x="5740" y="3721"/>
                  </a:lnTo>
                  <a:lnTo>
                    <a:pt x="7823" y="3721"/>
                  </a:lnTo>
                  <a:close/>
                </a:path>
                <a:path w="753745" h="158115">
                  <a:moveTo>
                    <a:pt x="18948" y="6705"/>
                  </a:moveTo>
                  <a:lnTo>
                    <a:pt x="18097" y="5842"/>
                  </a:lnTo>
                  <a:lnTo>
                    <a:pt x="15506" y="5168"/>
                  </a:lnTo>
                  <a:lnTo>
                    <a:pt x="12331" y="4343"/>
                  </a:lnTo>
                  <a:lnTo>
                    <a:pt x="11607" y="4572"/>
                  </a:lnTo>
                  <a:lnTo>
                    <a:pt x="13004" y="5994"/>
                  </a:lnTo>
                  <a:lnTo>
                    <a:pt x="14122" y="7086"/>
                  </a:lnTo>
                  <a:lnTo>
                    <a:pt x="16154" y="7632"/>
                  </a:lnTo>
                  <a:lnTo>
                    <a:pt x="17526" y="7162"/>
                  </a:lnTo>
                  <a:lnTo>
                    <a:pt x="18948" y="6705"/>
                  </a:lnTo>
                  <a:close/>
                </a:path>
                <a:path w="753745" h="158115">
                  <a:moveTo>
                    <a:pt x="28816" y="11315"/>
                  </a:moveTo>
                  <a:lnTo>
                    <a:pt x="28371" y="10490"/>
                  </a:lnTo>
                  <a:lnTo>
                    <a:pt x="26784" y="9474"/>
                  </a:lnTo>
                  <a:lnTo>
                    <a:pt x="25234" y="8458"/>
                  </a:lnTo>
                  <a:lnTo>
                    <a:pt x="23075" y="7632"/>
                  </a:lnTo>
                  <a:lnTo>
                    <a:pt x="22047" y="7632"/>
                  </a:lnTo>
                  <a:lnTo>
                    <a:pt x="20980" y="7632"/>
                  </a:lnTo>
                  <a:lnTo>
                    <a:pt x="21424" y="8458"/>
                  </a:lnTo>
                  <a:lnTo>
                    <a:pt x="24561" y="10490"/>
                  </a:lnTo>
                  <a:lnTo>
                    <a:pt x="26708" y="11315"/>
                  </a:lnTo>
                  <a:lnTo>
                    <a:pt x="28816" y="11315"/>
                  </a:lnTo>
                  <a:close/>
                </a:path>
                <a:path w="753745" h="158115">
                  <a:moveTo>
                    <a:pt x="181279" y="30391"/>
                  </a:moveTo>
                  <a:lnTo>
                    <a:pt x="181102" y="30162"/>
                  </a:lnTo>
                  <a:lnTo>
                    <a:pt x="173215" y="32232"/>
                  </a:lnTo>
                  <a:lnTo>
                    <a:pt x="171704" y="33350"/>
                  </a:lnTo>
                  <a:lnTo>
                    <a:pt x="171704" y="34264"/>
                  </a:lnTo>
                  <a:lnTo>
                    <a:pt x="171704" y="35140"/>
                  </a:lnTo>
                  <a:lnTo>
                    <a:pt x="170345" y="37223"/>
                  </a:lnTo>
                  <a:lnTo>
                    <a:pt x="168719" y="38874"/>
                  </a:lnTo>
                  <a:lnTo>
                    <a:pt x="166128" y="41440"/>
                  </a:lnTo>
                  <a:lnTo>
                    <a:pt x="166128" y="41859"/>
                  </a:lnTo>
                  <a:lnTo>
                    <a:pt x="170116" y="41859"/>
                  </a:lnTo>
                  <a:lnTo>
                    <a:pt x="172974" y="42456"/>
                  </a:lnTo>
                  <a:lnTo>
                    <a:pt x="177927" y="44310"/>
                  </a:lnTo>
                  <a:lnTo>
                    <a:pt x="178054" y="44069"/>
                  </a:lnTo>
                  <a:lnTo>
                    <a:pt x="173748" y="38773"/>
                  </a:lnTo>
                  <a:lnTo>
                    <a:pt x="173964" y="37706"/>
                  </a:lnTo>
                  <a:lnTo>
                    <a:pt x="181279" y="30391"/>
                  </a:lnTo>
                  <a:close/>
                </a:path>
                <a:path w="753745" h="158115">
                  <a:moveTo>
                    <a:pt x="196202" y="35331"/>
                  </a:moveTo>
                  <a:lnTo>
                    <a:pt x="194411" y="32448"/>
                  </a:lnTo>
                  <a:lnTo>
                    <a:pt x="190779" y="31559"/>
                  </a:lnTo>
                  <a:lnTo>
                    <a:pt x="190779" y="33528"/>
                  </a:lnTo>
                  <a:lnTo>
                    <a:pt x="192100" y="34366"/>
                  </a:lnTo>
                  <a:lnTo>
                    <a:pt x="193738" y="34988"/>
                  </a:lnTo>
                  <a:lnTo>
                    <a:pt x="195440" y="35636"/>
                  </a:lnTo>
                  <a:lnTo>
                    <a:pt x="196202" y="35331"/>
                  </a:lnTo>
                  <a:close/>
                </a:path>
                <a:path w="753745" h="158115">
                  <a:moveTo>
                    <a:pt x="375424" y="44615"/>
                  </a:moveTo>
                  <a:lnTo>
                    <a:pt x="374256" y="43764"/>
                  </a:lnTo>
                  <a:lnTo>
                    <a:pt x="372148" y="43764"/>
                  </a:lnTo>
                  <a:lnTo>
                    <a:pt x="370052" y="43764"/>
                  </a:lnTo>
                  <a:lnTo>
                    <a:pt x="367792" y="44615"/>
                  </a:lnTo>
                  <a:lnTo>
                    <a:pt x="367169" y="45681"/>
                  </a:lnTo>
                  <a:lnTo>
                    <a:pt x="366522" y="46710"/>
                  </a:lnTo>
                  <a:lnTo>
                    <a:pt x="367690" y="47574"/>
                  </a:lnTo>
                  <a:lnTo>
                    <a:pt x="371894" y="47574"/>
                  </a:lnTo>
                  <a:lnTo>
                    <a:pt x="374116" y="46710"/>
                  </a:lnTo>
                  <a:lnTo>
                    <a:pt x="375424" y="44615"/>
                  </a:lnTo>
                  <a:close/>
                </a:path>
                <a:path w="753745" h="158115">
                  <a:moveTo>
                    <a:pt x="385254" y="46532"/>
                  </a:moveTo>
                  <a:lnTo>
                    <a:pt x="384035" y="45681"/>
                  </a:lnTo>
                  <a:lnTo>
                    <a:pt x="382524" y="45681"/>
                  </a:lnTo>
                  <a:lnTo>
                    <a:pt x="381000" y="45681"/>
                  </a:lnTo>
                  <a:lnTo>
                    <a:pt x="379234" y="46532"/>
                  </a:lnTo>
                  <a:lnTo>
                    <a:pt x="377939" y="48628"/>
                  </a:lnTo>
                  <a:lnTo>
                    <a:pt x="379183" y="49491"/>
                  </a:lnTo>
                  <a:lnTo>
                    <a:pt x="383489" y="49491"/>
                  </a:lnTo>
                  <a:lnTo>
                    <a:pt x="385254" y="48628"/>
                  </a:lnTo>
                  <a:lnTo>
                    <a:pt x="385254" y="46532"/>
                  </a:lnTo>
                  <a:close/>
                </a:path>
                <a:path w="753745" h="158115">
                  <a:moveTo>
                    <a:pt x="461416" y="62001"/>
                  </a:moveTo>
                  <a:lnTo>
                    <a:pt x="419722" y="51803"/>
                  </a:lnTo>
                  <a:lnTo>
                    <a:pt x="403415" y="50190"/>
                  </a:lnTo>
                  <a:lnTo>
                    <a:pt x="398284" y="49415"/>
                  </a:lnTo>
                  <a:lnTo>
                    <a:pt x="396697" y="48895"/>
                  </a:lnTo>
                  <a:lnTo>
                    <a:pt x="392341" y="47383"/>
                  </a:lnTo>
                  <a:lnTo>
                    <a:pt x="387197" y="48018"/>
                  </a:lnTo>
                  <a:lnTo>
                    <a:pt x="388937" y="50812"/>
                  </a:lnTo>
                  <a:lnTo>
                    <a:pt x="390842" y="51384"/>
                  </a:lnTo>
                  <a:lnTo>
                    <a:pt x="394335" y="50965"/>
                  </a:lnTo>
                  <a:lnTo>
                    <a:pt x="397040" y="51282"/>
                  </a:lnTo>
                  <a:lnTo>
                    <a:pt x="398614" y="51828"/>
                  </a:lnTo>
                  <a:lnTo>
                    <a:pt x="401751" y="52578"/>
                  </a:lnTo>
                  <a:lnTo>
                    <a:pt x="408190" y="53822"/>
                  </a:lnTo>
                  <a:lnTo>
                    <a:pt x="437299" y="58953"/>
                  </a:lnTo>
                  <a:lnTo>
                    <a:pt x="445757" y="60731"/>
                  </a:lnTo>
                  <a:lnTo>
                    <a:pt x="451688" y="62255"/>
                  </a:lnTo>
                  <a:lnTo>
                    <a:pt x="454202" y="63347"/>
                  </a:lnTo>
                  <a:lnTo>
                    <a:pt x="454888" y="64414"/>
                  </a:lnTo>
                  <a:lnTo>
                    <a:pt x="456882" y="64731"/>
                  </a:lnTo>
                  <a:lnTo>
                    <a:pt x="458647" y="64046"/>
                  </a:lnTo>
                  <a:lnTo>
                    <a:pt x="461416" y="62001"/>
                  </a:lnTo>
                  <a:close/>
                </a:path>
                <a:path w="753745" h="158115">
                  <a:moveTo>
                    <a:pt x="507174" y="118808"/>
                  </a:moveTo>
                  <a:lnTo>
                    <a:pt x="506107" y="118364"/>
                  </a:lnTo>
                  <a:lnTo>
                    <a:pt x="500862" y="118364"/>
                  </a:lnTo>
                  <a:lnTo>
                    <a:pt x="499808" y="118808"/>
                  </a:lnTo>
                  <a:lnTo>
                    <a:pt x="502424" y="119849"/>
                  </a:lnTo>
                  <a:lnTo>
                    <a:pt x="504558" y="119849"/>
                  </a:lnTo>
                  <a:lnTo>
                    <a:pt x="505879" y="119329"/>
                  </a:lnTo>
                  <a:lnTo>
                    <a:pt x="507174" y="118808"/>
                  </a:lnTo>
                  <a:close/>
                </a:path>
                <a:path w="753745" h="158115">
                  <a:moveTo>
                    <a:pt x="753376" y="156667"/>
                  </a:moveTo>
                  <a:lnTo>
                    <a:pt x="752259" y="156235"/>
                  </a:lnTo>
                  <a:lnTo>
                    <a:pt x="750265" y="156311"/>
                  </a:lnTo>
                  <a:lnTo>
                    <a:pt x="748030" y="156387"/>
                  </a:lnTo>
                  <a:lnTo>
                    <a:pt x="747585" y="156857"/>
                  </a:lnTo>
                  <a:lnTo>
                    <a:pt x="749096" y="157454"/>
                  </a:lnTo>
                  <a:lnTo>
                    <a:pt x="750468" y="158013"/>
                  </a:lnTo>
                  <a:lnTo>
                    <a:pt x="752119" y="157937"/>
                  </a:lnTo>
                  <a:lnTo>
                    <a:pt x="752754" y="157327"/>
                  </a:lnTo>
                  <a:lnTo>
                    <a:pt x="753376" y="15666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8351380" y="9698697"/>
              <a:ext cx="4743450" cy="855980"/>
            </a:xfrm>
            <a:custGeom>
              <a:avLst/>
              <a:gdLst/>
              <a:ahLst/>
              <a:cxnLst/>
              <a:rect l="l" t="t" r="r" b="b"/>
              <a:pathLst>
                <a:path w="4743450" h="855979">
                  <a:moveTo>
                    <a:pt x="2583561" y="91630"/>
                  </a:moveTo>
                  <a:lnTo>
                    <a:pt x="2578493" y="86829"/>
                  </a:lnTo>
                  <a:lnTo>
                    <a:pt x="2576220" y="84315"/>
                  </a:lnTo>
                  <a:lnTo>
                    <a:pt x="2572943" y="83045"/>
                  </a:lnTo>
                  <a:lnTo>
                    <a:pt x="2156168" y="83045"/>
                  </a:lnTo>
                  <a:lnTo>
                    <a:pt x="2150326" y="88595"/>
                  </a:lnTo>
                  <a:lnTo>
                    <a:pt x="2150326" y="99187"/>
                  </a:lnTo>
                  <a:lnTo>
                    <a:pt x="2151862" y="102476"/>
                  </a:lnTo>
                  <a:lnTo>
                    <a:pt x="2154136" y="104736"/>
                  </a:lnTo>
                  <a:lnTo>
                    <a:pt x="2357336" y="307441"/>
                  </a:lnTo>
                  <a:lnTo>
                    <a:pt x="2362403" y="312242"/>
                  </a:lnTo>
                  <a:lnTo>
                    <a:pt x="2370239" y="312242"/>
                  </a:lnTo>
                  <a:lnTo>
                    <a:pt x="2375293" y="307441"/>
                  </a:lnTo>
                  <a:lnTo>
                    <a:pt x="2375293" y="307187"/>
                  </a:lnTo>
                  <a:lnTo>
                    <a:pt x="2578493" y="104508"/>
                  </a:lnTo>
                  <a:lnTo>
                    <a:pt x="2583561" y="99707"/>
                  </a:lnTo>
                  <a:lnTo>
                    <a:pt x="2583561" y="91630"/>
                  </a:lnTo>
                  <a:close/>
                </a:path>
                <a:path w="4743450" h="855979">
                  <a:moveTo>
                    <a:pt x="3589845" y="704850"/>
                  </a:moveTo>
                  <a:lnTo>
                    <a:pt x="3585591" y="701040"/>
                  </a:lnTo>
                  <a:lnTo>
                    <a:pt x="3570821" y="701040"/>
                  </a:lnTo>
                  <a:lnTo>
                    <a:pt x="3570821" y="720090"/>
                  </a:lnTo>
                  <a:lnTo>
                    <a:pt x="3570821" y="753110"/>
                  </a:lnTo>
                  <a:lnTo>
                    <a:pt x="3537242" y="753110"/>
                  </a:lnTo>
                  <a:lnTo>
                    <a:pt x="3537242" y="720090"/>
                  </a:lnTo>
                  <a:lnTo>
                    <a:pt x="3570821" y="720090"/>
                  </a:lnTo>
                  <a:lnTo>
                    <a:pt x="3570821" y="701040"/>
                  </a:lnTo>
                  <a:lnTo>
                    <a:pt x="3522497" y="701040"/>
                  </a:lnTo>
                  <a:lnTo>
                    <a:pt x="3518243" y="704850"/>
                  </a:lnTo>
                  <a:lnTo>
                    <a:pt x="3518243" y="768350"/>
                  </a:lnTo>
                  <a:lnTo>
                    <a:pt x="3522497" y="772160"/>
                  </a:lnTo>
                  <a:lnTo>
                    <a:pt x="3585591" y="772160"/>
                  </a:lnTo>
                  <a:lnTo>
                    <a:pt x="3589845" y="768350"/>
                  </a:lnTo>
                  <a:lnTo>
                    <a:pt x="3589845" y="753110"/>
                  </a:lnTo>
                  <a:lnTo>
                    <a:pt x="3589845" y="720090"/>
                  </a:lnTo>
                  <a:lnTo>
                    <a:pt x="3589845" y="704850"/>
                  </a:lnTo>
                  <a:close/>
                </a:path>
                <a:path w="4743450" h="855979">
                  <a:moveTo>
                    <a:pt x="3589845" y="605790"/>
                  </a:moveTo>
                  <a:lnTo>
                    <a:pt x="3585591" y="601980"/>
                  </a:lnTo>
                  <a:lnTo>
                    <a:pt x="3570821" y="601980"/>
                  </a:lnTo>
                  <a:lnTo>
                    <a:pt x="3570821" y="621030"/>
                  </a:lnTo>
                  <a:lnTo>
                    <a:pt x="3570821" y="654050"/>
                  </a:lnTo>
                  <a:lnTo>
                    <a:pt x="3537242" y="654050"/>
                  </a:lnTo>
                  <a:lnTo>
                    <a:pt x="3537242" y="621030"/>
                  </a:lnTo>
                  <a:lnTo>
                    <a:pt x="3570821" y="621030"/>
                  </a:lnTo>
                  <a:lnTo>
                    <a:pt x="3570821" y="601980"/>
                  </a:lnTo>
                  <a:lnTo>
                    <a:pt x="3522497" y="601980"/>
                  </a:lnTo>
                  <a:lnTo>
                    <a:pt x="3518243" y="605790"/>
                  </a:lnTo>
                  <a:lnTo>
                    <a:pt x="3518243" y="669290"/>
                  </a:lnTo>
                  <a:lnTo>
                    <a:pt x="3522497" y="673100"/>
                  </a:lnTo>
                  <a:lnTo>
                    <a:pt x="3585591" y="673100"/>
                  </a:lnTo>
                  <a:lnTo>
                    <a:pt x="3589845" y="669290"/>
                  </a:lnTo>
                  <a:lnTo>
                    <a:pt x="3589845" y="654050"/>
                  </a:lnTo>
                  <a:lnTo>
                    <a:pt x="3589845" y="621030"/>
                  </a:lnTo>
                  <a:lnTo>
                    <a:pt x="3589845" y="605790"/>
                  </a:lnTo>
                  <a:close/>
                </a:path>
                <a:path w="4743450" h="855979">
                  <a:moveTo>
                    <a:pt x="3589845" y="508000"/>
                  </a:moveTo>
                  <a:lnTo>
                    <a:pt x="3585591" y="502920"/>
                  </a:lnTo>
                  <a:lnTo>
                    <a:pt x="3570821" y="502920"/>
                  </a:lnTo>
                  <a:lnTo>
                    <a:pt x="3570821" y="521970"/>
                  </a:lnTo>
                  <a:lnTo>
                    <a:pt x="3570821" y="556260"/>
                  </a:lnTo>
                  <a:lnTo>
                    <a:pt x="3537242" y="556260"/>
                  </a:lnTo>
                  <a:lnTo>
                    <a:pt x="3537242" y="521970"/>
                  </a:lnTo>
                  <a:lnTo>
                    <a:pt x="3570821" y="521970"/>
                  </a:lnTo>
                  <a:lnTo>
                    <a:pt x="3570821" y="502920"/>
                  </a:lnTo>
                  <a:lnTo>
                    <a:pt x="3522497" y="502920"/>
                  </a:lnTo>
                  <a:lnTo>
                    <a:pt x="3518243" y="508000"/>
                  </a:lnTo>
                  <a:lnTo>
                    <a:pt x="3518243" y="570230"/>
                  </a:lnTo>
                  <a:lnTo>
                    <a:pt x="3522497" y="575310"/>
                  </a:lnTo>
                  <a:lnTo>
                    <a:pt x="3585591" y="575310"/>
                  </a:lnTo>
                  <a:lnTo>
                    <a:pt x="3589845" y="570230"/>
                  </a:lnTo>
                  <a:lnTo>
                    <a:pt x="3589845" y="556260"/>
                  </a:lnTo>
                  <a:lnTo>
                    <a:pt x="3589845" y="521970"/>
                  </a:lnTo>
                  <a:lnTo>
                    <a:pt x="3589845" y="508000"/>
                  </a:lnTo>
                  <a:close/>
                </a:path>
                <a:path w="4743450" h="855979">
                  <a:moveTo>
                    <a:pt x="3589845" y="408940"/>
                  </a:moveTo>
                  <a:lnTo>
                    <a:pt x="3585591" y="403860"/>
                  </a:lnTo>
                  <a:lnTo>
                    <a:pt x="3570821" y="403860"/>
                  </a:lnTo>
                  <a:lnTo>
                    <a:pt x="3570821" y="422910"/>
                  </a:lnTo>
                  <a:lnTo>
                    <a:pt x="3570821" y="457200"/>
                  </a:lnTo>
                  <a:lnTo>
                    <a:pt x="3537242" y="457200"/>
                  </a:lnTo>
                  <a:lnTo>
                    <a:pt x="3537242" y="422910"/>
                  </a:lnTo>
                  <a:lnTo>
                    <a:pt x="3570821" y="422910"/>
                  </a:lnTo>
                  <a:lnTo>
                    <a:pt x="3570821" y="403860"/>
                  </a:lnTo>
                  <a:lnTo>
                    <a:pt x="3522497" y="403860"/>
                  </a:lnTo>
                  <a:lnTo>
                    <a:pt x="3518243" y="408940"/>
                  </a:lnTo>
                  <a:lnTo>
                    <a:pt x="3518243" y="471170"/>
                  </a:lnTo>
                  <a:lnTo>
                    <a:pt x="3522497" y="476250"/>
                  </a:lnTo>
                  <a:lnTo>
                    <a:pt x="3585591" y="476250"/>
                  </a:lnTo>
                  <a:lnTo>
                    <a:pt x="3589845" y="471170"/>
                  </a:lnTo>
                  <a:lnTo>
                    <a:pt x="3589845" y="457200"/>
                  </a:lnTo>
                  <a:lnTo>
                    <a:pt x="3589845" y="422910"/>
                  </a:lnTo>
                  <a:lnTo>
                    <a:pt x="3589845" y="408940"/>
                  </a:lnTo>
                  <a:close/>
                </a:path>
                <a:path w="4743450" h="855979">
                  <a:moveTo>
                    <a:pt x="3659416" y="288290"/>
                  </a:moveTo>
                  <a:lnTo>
                    <a:pt x="3654094" y="283210"/>
                  </a:lnTo>
                  <a:lnTo>
                    <a:pt x="3640988" y="283210"/>
                  </a:lnTo>
                  <a:lnTo>
                    <a:pt x="3635667" y="288290"/>
                  </a:lnTo>
                  <a:lnTo>
                    <a:pt x="3635667" y="302260"/>
                  </a:lnTo>
                  <a:lnTo>
                    <a:pt x="3640988" y="307340"/>
                  </a:lnTo>
                  <a:lnTo>
                    <a:pt x="3654094" y="307340"/>
                  </a:lnTo>
                  <a:lnTo>
                    <a:pt x="3659416" y="302260"/>
                  </a:lnTo>
                  <a:lnTo>
                    <a:pt x="3659416" y="288290"/>
                  </a:lnTo>
                  <a:close/>
                </a:path>
                <a:path w="4743450" h="855979">
                  <a:moveTo>
                    <a:pt x="3701250" y="612140"/>
                  </a:moveTo>
                  <a:lnTo>
                    <a:pt x="3693833" y="604520"/>
                  </a:lnTo>
                  <a:lnTo>
                    <a:pt x="3687813" y="604520"/>
                  </a:lnTo>
                  <a:lnTo>
                    <a:pt x="3667849" y="624840"/>
                  </a:lnTo>
                  <a:lnTo>
                    <a:pt x="3647871" y="604520"/>
                  </a:lnTo>
                  <a:lnTo>
                    <a:pt x="3641852" y="604520"/>
                  </a:lnTo>
                  <a:lnTo>
                    <a:pt x="3634422" y="612140"/>
                  </a:lnTo>
                  <a:lnTo>
                    <a:pt x="3634422" y="618490"/>
                  </a:lnTo>
                  <a:lnTo>
                    <a:pt x="3654412" y="637540"/>
                  </a:lnTo>
                  <a:lnTo>
                    <a:pt x="3634422" y="657860"/>
                  </a:lnTo>
                  <a:lnTo>
                    <a:pt x="3634422" y="664210"/>
                  </a:lnTo>
                  <a:lnTo>
                    <a:pt x="3641852" y="671830"/>
                  </a:lnTo>
                  <a:lnTo>
                    <a:pt x="3647871" y="671830"/>
                  </a:lnTo>
                  <a:lnTo>
                    <a:pt x="3667849" y="651510"/>
                  </a:lnTo>
                  <a:lnTo>
                    <a:pt x="3685971" y="669290"/>
                  </a:lnTo>
                  <a:lnTo>
                    <a:pt x="3688384" y="670560"/>
                  </a:lnTo>
                  <a:lnTo>
                    <a:pt x="3693261" y="670560"/>
                  </a:lnTo>
                  <a:lnTo>
                    <a:pt x="3695700" y="669290"/>
                  </a:lnTo>
                  <a:lnTo>
                    <a:pt x="3697541" y="668020"/>
                  </a:lnTo>
                  <a:lnTo>
                    <a:pt x="3701250" y="664210"/>
                  </a:lnTo>
                  <a:lnTo>
                    <a:pt x="3701250" y="657860"/>
                  </a:lnTo>
                  <a:lnTo>
                    <a:pt x="3695039" y="651510"/>
                  </a:lnTo>
                  <a:lnTo>
                    <a:pt x="3681298" y="637540"/>
                  </a:lnTo>
                  <a:lnTo>
                    <a:pt x="3694595" y="624840"/>
                  </a:lnTo>
                  <a:lnTo>
                    <a:pt x="3701250" y="618490"/>
                  </a:lnTo>
                  <a:lnTo>
                    <a:pt x="3701250" y="612140"/>
                  </a:lnTo>
                  <a:close/>
                </a:path>
                <a:path w="4743450" h="855979">
                  <a:moveTo>
                    <a:pt x="3720922" y="709930"/>
                  </a:moveTo>
                  <a:lnTo>
                    <a:pt x="3713861" y="702310"/>
                  </a:lnTo>
                  <a:lnTo>
                    <a:pt x="3707866" y="702310"/>
                  </a:lnTo>
                  <a:lnTo>
                    <a:pt x="3658120" y="746760"/>
                  </a:lnTo>
                  <a:lnTo>
                    <a:pt x="3639172" y="728980"/>
                  </a:lnTo>
                  <a:lnTo>
                    <a:pt x="3633152" y="728980"/>
                  </a:lnTo>
                  <a:lnTo>
                    <a:pt x="3625735" y="735330"/>
                  </a:lnTo>
                  <a:lnTo>
                    <a:pt x="3625735" y="741680"/>
                  </a:lnTo>
                  <a:lnTo>
                    <a:pt x="3651085" y="767080"/>
                  </a:lnTo>
                  <a:lnTo>
                    <a:pt x="3652939" y="769620"/>
                  </a:lnTo>
                  <a:lnTo>
                    <a:pt x="3662375" y="769620"/>
                  </a:lnTo>
                  <a:lnTo>
                    <a:pt x="3687343" y="746760"/>
                  </a:lnTo>
                  <a:lnTo>
                    <a:pt x="3720642" y="716280"/>
                  </a:lnTo>
                  <a:lnTo>
                    <a:pt x="3720922" y="709930"/>
                  </a:lnTo>
                  <a:close/>
                </a:path>
                <a:path w="4743450" h="855979">
                  <a:moveTo>
                    <a:pt x="3720922" y="513080"/>
                  </a:moveTo>
                  <a:lnTo>
                    <a:pt x="3713861" y="505460"/>
                  </a:lnTo>
                  <a:lnTo>
                    <a:pt x="3707866" y="504190"/>
                  </a:lnTo>
                  <a:lnTo>
                    <a:pt x="3658120" y="549910"/>
                  </a:lnTo>
                  <a:lnTo>
                    <a:pt x="3642880" y="534670"/>
                  </a:lnTo>
                  <a:lnTo>
                    <a:pt x="3639172" y="530860"/>
                  </a:lnTo>
                  <a:lnTo>
                    <a:pt x="3633152" y="530860"/>
                  </a:lnTo>
                  <a:lnTo>
                    <a:pt x="3625735" y="538480"/>
                  </a:lnTo>
                  <a:lnTo>
                    <a:pt x="3625735" y="544830"/>
                  </a:lnTo>
                  <a:lnTo>
                    <a:pt x="3652939" y="571500"/>
                  </a:lnTo>
                  <a:lnTo>
                    <a:pt x="3655364" y="572770"/>
                  </a:lnTo>
                  <a:lnTo>
                    <a:pt x="3660089" y="572770"/>
                  </a:lnTo>
                  <a:lnTo>
                    <a:pt x="3662375" y="571500"/>
                  </a:lnTo>
                  <a:lnTo>
                    <a:pt x="3685959" y="549910"/>
                  </a:lnTo>
                  <a:lnTo>
                    <a:pt x="3720642" y="518160"/>
                  </a:lnTo>
                  <a:lnTo>
                    <a:pt x="3720922" y="513080"/>
                  </a:lnTo>
                  <a:close/>
                </a:path>
                <a:path w="4743450" h="855979">
                  <a:moveTo>
                    <a:pt x="3720922" y="414020"/>
                  </a:moveTo>
                  <a:lnTo>
                    <a:pt x="3713861" y="406400"/>
                  </a:lnTo>
                  <a:lnTo>
                    <a:pt x="3707866" y="406400"/>
                  </a:lnTo>
                  <a:lnTo>
                    <a:pt x="3703980" y="408940"/>
                  </a:lnTo>
                  <a:lnTo>
                    <a:pt x="3658120" y="450850"/>
                  </a:lnTo>
                  <a:lnTo>
                    <a:pt x="3639172" y="431800"/>
                  </a:lnTo>
                  <a:lnTo>
                    <a:pt x="3633152" y="431800"/>
                  </a:lnTo>
                  <a:lnTo>
                    <a:pt x="3625735" y="439420"/>
                  </a:lnTo>
                  <a:lnTo>
                    <a:pt x="3625735" y="445770"/>
                  </a:lnTo>
                  <a:lnTo>
                    <a:pt x="3629444" y="449580"/>
                  </a:lnTo>
                  <a:lnTo>
                    <a:pt x="3652939" y="472440"/>
                  </a:lnTo>
                  <a:lnTo>
                    <a:pt x="3655364" y="473710"/>
                  </a:lnTo>
                  <a:lnTo>
                    <a:pt x="3660089" y="473710"/>
                  </a:lnTo>
                  <a:lnTo>
                    <a:pt x="3662375" y="472440"/>
                  </a:lnTo>
                  <a:lnTo>
                    <a:pt x="3686073" y="450850"/>
                  </a:lnTo>
                  <a:lnTo>
                    <a:pt x="3716744" y="422910"/>
                  </a:lnTo>
                  <a:lnTo>
                    <a:pt x="3720642" y="420370"/>
                  </a:lnTo>
                  <a:lnTo>
                    <a:pt x="3720757" y="417830"/>
                  </a:lnTo>
                  <a:lnTo>
                    <a:pt x="3720871" y="415290"/>
                  </a:lnTo>
                  <a:lnTo>
                    <a:pt x="3720922" y="414020"/>
                  </a:lnTo>
                  <a:close/>
                </a:path>
                <a:path w="4743450" h="855979">
                  <a:moveTo>
                    <a:pt x="3955948" y="453390"/>
                  </a:moveTo>
                  <a:lnTo>
                    <a:pt x="3955008" y="439420"/>
                  </a:lnTo>
                  <a:lnTo>
                    <a:pt x="3954348" y="438150"/>
                  </a:lnTo>
                  <a:lnTo>
                    <a:pt x="3949103" y="427990"/>
                  </a:lnTo>
                  <a:lnTo>
                    <a:pt x="3939959" y="419100"/>
                  </a:lnTo>
                  <a:lnTo>
                    <a:pt x="3938740" y="417918"/>
                  </a:lnTo>
                  <a:lnTo>
                    <a:pt x="3938740" y="450850"/>
                  </a:lnTo>
                  <a:lnTo>
                    <a:pt x="3867962" y="573328"/>
                  </a:lnTo>
                  <a:lnTo>
                    <a:pt x="3867962" y="610870"/>
                  </a:lnTo>
                  <a:lnTo>
                    <a:pt x="3867962" y="830580"/>
                  </a:lnTo>
                  <a:lnTo>
                    <a:pt x="3860355" y="838200"/>
                  </a:lnTo>
                  <a:lnTo>
                    <a:pt x="3434727" y="838200"/>
                  </a:lnTo>
                  <a:lnTo>
                    <a:pt x="3427133" y="830580"/>
                  </a:lnTo>
                  <a:lnTo>
                    <a:pt x="3427133" y="325120"/>
                  </a:lnTo>
                  <a:lnTo>
                    <a:pt x="3434727" y="317500"/>
                  </a:lnTo>
                  <a:lnTo>
                    <a:pt x="3536302" y="317500"/>
                  </a:lnTo>
                  <a:lnTo>
                    <a:pt x="3536302" y="335280"/>
                  </a:lnTo>
                  <a:lnTo>
                    <a:pt x="3449129" y="335280"/>
                  </a:lnTo>
                  <a:lnTo>
                    <a:pt x="3444875" y="340360"/>
                  </a:lnTo>
                  <a:lnTo>
                    <a:pt x="3444875" y="815340"/>
                  </a:lnTo>
                  <a:lnTo>
                    <a:pt x="3449129" y="820420"/>
                  </a:lnTo>
                  <a:lnTo>
                    <a:pt x="3845953" y="820420"/>
                  </a:lnTo>
                  <a:lnTo>
                    <a:pt x="3850208" y="815340"/>
                  </a:lnTo>
                  <a:lnTo>
                    <a:pt x="3850208" y="801370"/>
                  </a:lnTo>
                  <a:lnTo>
                    <a:pt x="3850208" y="641350"/>
                  </a:lnTo>
                  <a:lnTo>
                    <a:pt x="3867962" y="610870"/>
                  </a:lnTo>
                  <a:lnTo>
                    <a:pt x="3867962" y="573328"/>
                  </a:lnTo>
                  <a:lnTo>
                    <a:pt x="3809568" y="674370"/>
                  </a:lnTo>
                  <a:lnTo>
                    <a:pt x="3807536" y="673100"/>
                  </a:lnTo>
                  <a:lnTo>
                    <a:pt x="3799395" y="668020"/>
                  </a:lnTo>
                  <a:lnTo>
                    <a:pt x="3804551" y="659130"/>
                  </a:lnTo>
                  <a:lnTo>
                    <a:pt x="3932631" y="438150"/>
                  </a:lnTo>
                  <a:lnTo>
                    <a:pt x="3937533" y="443230"/>
                  </a:lnTo>
                  <a:lnTo>
                    <a:pt x="3938740" y="450850"/>
                  </a:lnTo>
                  <a:lnTo>
                    <a:pt x="3938740" y="417918"/>
                  </a:lnTo>
                  <a:lnTo>
                    <a:pt x="3929773" y="412750"/>
                  </a:lnTo>
                  <a:lnTo>
                    <a:pt x="3923461" y="410210"/>
                  </a:lnTo>
                  <a:lnTo>
                    <a:pt x="3916794" y="408940"/>
                  </a:lnTo>
                  <a:lnTo>
                    <a:pt x="3916159" y="408940"/>
                  </a:lnTo>
                  <a:lnTo>
                    <a:pt x="3916159" y="427990"/>
                  </a:lnTo>
                  <a:lnTo>
                    <a:pt x="3794048" y="639876"/>
                  </a:lnTo>
                  <a:lnTo>
                    <a:pt x="3794048" y="687070"/>
                  </a:lnTo>
                  <a:lnTo>
                    <a:pt x="3769296" y="701040"/>
                  </a:lnTo>
                  <a:lnTo>
                    <a:pt x="3769296" y="673100"/>
                  </a:lnTo>
                  <a:lnTo>
                    <a:pt x="3794048" y="687070"/>
                  </a:lnTo>
                  <a:lnTo>
                    <a:pt x="3794048" y="639876"/>
                  </a:lnTo>
                  <a:lnTo>
                    <a:pt x="3782949" y="659130"/>
                  </a:lnTo>
                  <a:lnTo>
                    <a:pt x="3772776" y="652780"/>
                  </a:lnTo>
                  <a:lnTo>
                    <a:pt x="3871811" y="481330"/>
                  </a:lnTo>
                  <a:lnTo>
                    <a:pt x="3898227" y="435610"/>
                  </a:lnTo>
                  <a:lnTo>
                    <a:pt x="3900373" y="431800"/>
                  </a:lnTo>
                  <a:lnTo>
                    <a:pt x="3903853" y="429260"/>
                  </a:lnTo>
                  <a:lnTo>
                    <a:pt x="3910761" y="427990"/>
                  </a:lnTo>
                  <a:lnTo>
                    <a:pt x="3916159" y="427990"/>
                  </a:lnTo>
                  <a:lnTo>
                    <a:pt x="3916159" y="408940"/>
                  </a:lnTo>
                  <a:lnTo>
                    <a:pt x="3909961" y="408940"/>
                  </a:lnTo>
                  <a:lnTo>
                    <a:pt x="3903103" y="410210"/>
                  </a:lnTo>
                  <a:lnTo>
                    <a:pt x="3896880" y="411480"/>
                  </a:lnTo>
                  <a:lnTo>
                    <a:pt x="3891343" y="415290"/>
                  </a:lnTo>
                  <a:lnTo>
                    <a:pt x="3886962" y="419100"/>
                  </a:lnTo>
                  <a:lnTo>
                    <a:pt x="3886962" y="335280"/>
                  </a:lnTo>
                  <a:lnTo>
                    <a:pt x="3884130" y="321310"/>
                  </a:lnTo>
                  <a:lnTo>
                    <a:pt x="3881564" y="317500"/>
                  </a:lnTo>
                  <a:lnTo>
                    <a:pt x="3876421" y="309880"/>
                  </a:lnTo>
                  <a:lnTo>
                    <a:pt x="3867962" y="304241"/>
                  </a:lnTo>
                  <a:lnTo>
                    <a:pt x="3867962" y="325120"/>
                  </a:lnTo>
                  <a:lnTo>
                    <a:pt x="3867962" y="449580"/>
                  </a:lnTo>
                  <a:lnTo>
                    <a:pt x="3850208" y="481330"/>
                  </a:lnTo>
                  <a:lnTo>
                    <a:pt x="3850208" y="354330"/>
                  </a:lnTo>
                  <a:lnTo>
                    <a:pt x="3850208" y="351790"/>
                  </a:lnTo>
                  <a:lnTo>
                    <a:pt x="3850208" y="340360"/>
                  </a:lnTo>
                  <a:lnTo>
                    <a:pt x="3845953" y="335280"/>
                  </a:lnTo>
                  <a:lnTo>
                    <a:pt x="3831183" y="335280"/>
                  </a:lnTo>
                  <a:lnTo>
                    <a:pt x="3831183" y="354330"/>
                  </a:lnTo>
                  <a:lnTo>
                    <a:pt x="3831183" y="513080"/>
                  </a:lnTo>
                  <a:lnTo>
                    <a:pt x="3750716" y="652780"/>
                  </a:lnTo>
                  <a:lnTo>
                    <a:pt x="3750272" y="654050"/>
                  </a:lnTo>
                  <a:lnTo>
                    <a:pt x="3750272" y="721360"/>
                  </a:lnTo>
                  <a:lnTo>
                    <a:pt x="3752088" y="723900"/>
                  </a:lnTo>
                  <a:lnTo>
                    <a:pt x="3756507" y="726440"/>
                  </a:lnTo>
                  <a:lnTo>
                    <a:pt x="3758133" y="727710"/>
                  </a:lnTo>
                  <a:lnTo>
                    <a:pt x="3761409" y="727710"/>
                  </a:lnTo>
                  <a:lnTo>
                    <a:pt x="3763073" y="726440"/>
                  </a:lnTo>
                  <a:lnTo>
                    <a:pt x="3764521" y="726440"/>
                  </a:lnTo>
                  <a:lnTo>
                    <a:pt x="3808311" y="701040"/>
                  </a:lnTo>
                  <a:lnTo>
                    <a:pt x="3819258" y="694690"/>
                  </a:lnTo>
                  <a:lnTo>
                    <a:pt x="3820439" y="693420"/>
                  </a:lnTo>
                  <a:lnTo>
                    <a:pt x="3821303" y="692150"/>
                  </a:lnTo>
                  <a:lnTo>
                    <a:pt x="3831183" y="674370"/>
                  </a:lnTo>
                  <a:lnTo>
                    <a:pt x="3831183" y="801370"/>
                  </a:lnTo>
                  <a:lnTo>
                    <a:pt x="3463899" y="801370"/>
                  </a:lnTo>
                  <a:lnTo>
                    <a:pt x="3463899" y="354330"/>
                  </a:lnTo>
                  <a:lnTo>
                    <a:pt x="3536302" y="354330"/>
                  </a:lnTo>
                  <a:lnTo>
                    <a:pt x="3536302" y="367030"/>
                  </a:lnTo>
                  <a:lnTo>
                    <a:pt x="3540556" y="370840"/>
                  </a:lnTo>
                  <a:lnTo>
                    <a:pt x="3754526" y="370840"/>
                  </a:lnTo>
                  <a:lnTo>
                    <a:pt x="3758781" y="367030"/>
                  </a:lnTo>
                  <a:lnTo>
                    <a:pt x="3758781" y="354330"/>
                  </a:lnTo>
                  <a:lnTo>
                    <a:pt x="3831183" y="354330"/>
                  </a:lnTo>
                  <a:lnTo>
                    <a:pt x="3831183" y="335280"/>
                  </a:lnTo>
                  <a:lnTo>
                    <a:pt x="3758781" y="335280"/>
                  </a:lnTo>
                  <a:lnTo>
                    <a:pt x="3758781" y="317500"/>
                  </a:lnTo>
                  <a:lnTo>
                    <a:pt x="3860355" y="317500"/>
                  </a:lnTo>
                  <a:lnTo>
                    <a:pt x="3867962" y="325120"/>
                  </a:lnTo>
                  <a:lnTo>
                    <a:pt x="3867962" y="304241"/>
                  </a:lnTo>
                  <a:lnTo>
                    <a:pt x="3865003" y="302260"/>
                  </a:lnTo>
                  <a:lnTo>
                    <a:pt x="3851046" y="299720"/>
                  </a:lnTo>
                  <a:lnTo>
                    <a:pt x="3758781" y="299720"/>
                  </a:lnTo>
                  <a:lnTo>
                    <a:pt x="3758781" y="287020"/>
                  </a:lnTo>
                  <a:lnTo>
                    <a:pt x="3754526" y="283210"/>
                  </a:lnTo>
                  <a:lnTo>
                    <a:pt x="3739794" y="283210"/>
                  </a:lnTo>
                  <a:lnTo>
                    <a:pt x="3739794" y="302260"/>
                  </a:lnTo>
                  <a:lnTo>
                    <a:pt x="3739794" y="351790"/>
                  </a:lnTo>
                  <a:lnTo>
                    <a:pt x="3555301" y="351790"/>
                  </a:lnTo>
                  <a:lnTo>
                    <a:pt x="3555301" y="317500"/>
                  </a:lnTo>
                  <a:lnTo>
                    <a:pt x="3555301" y="302260"/>
                  </a:lnTo>
                  <a:lnTo>
                    <a:pt x="3608273" y="302260"/>
                  </a:lnTo>
                  <a:lnTo>
                    <a:pt x="3612083" y="299720"/>
                  </a:lnTo>
                  <a:lnTo>
                    <a:pt x="3613112" y="294640"/>
                  </a:lnTo>
                  <a:lnTo>
                    <a:pt x="3617811" y="284480"/>
                  </a:lnTo>
                  <a:lnTo>
                    <a:pt x="3625608" y="275590"/>
                  </a:lnTo>
                  <a:lnTo>
                    <a:pt x="3635768" y="269240"/>
                  </a:lnTo>
                  <a:lnTo>
                    <a:pt x="3647529" y="267970"/>
                  </a:lnTo>
                  <a:lnTo>
                    <a:pt x="3659301" y="269240"/>
                  </a:lnTo>
                  <a:lnTo>
                    <a:pt x="3669474" y="275590"/>
                  </a:lnTo>
                  <a:lnTo>
                    <a:pt x="3677285" y="284480"/>
                  </a:lnTo>
                  <a:lnTo>
                    <a:pt x="3681971" y="294640"/>
                  </a:lnTo>
                  <a:lnTo>
                    <a:pt x="3683000" y="299720"/>
                  </a:lnTo>
                  <a:lnTo>
                    <a:pt x="3686822" y="302260"/>
                  </a:lnTo>
                  <a:lnTo>
                    <a:pt x="3739794" y="302260"/>
                  </a:lnTo>
                  <a:lnTo>
                    <a:pt x="3739794" y="283210"/>
                  </a:lnTo>
                  <a:lnTo>
                    <a:pt x="3698163" y="283210"/>
                  </a:lnTo>
                  <a:lnTo>
                    <a:pt x="3690023" y="269240"/>
                  </a:lnTo>
                  <a:lnTo>
                    <a:pt x="3688727" y="267970"/>
                  </a:lnTo>
                  <a:lnTo>
                    <a:pt x="3678313" y="257810"/>
                  </a:lnTo>
                  <a:lnTo>
                    <a:pt x="3663873" y="251460"/>
                  </a:lnTo>
                  <a:lnTo>
                    <a:pt x="3647529" y="248920"/>
                  </a:lnTo>
                  <a:lnTo>
                    <a:pt x="3631209" y="251460"/>
                  </a:lnTo>
                  <a:lnTo>
                    <a:pt x="3616769" y="257810"/>
                  </a:lnTo>
                  <a:lnTo>
                    <a:pt x="3605060" y="269240"/>
                  </a:lnTo>
                  <a:lnTo>
                    <a:pt x="3596932" y="283210"/>
                  </a:lnTo>
                  <a:lnTo>
                    <a:pt x="3540556" y="283210"/>
                  </a:lnTo>
                  <a:lnTo>
                    <a:pt x="3536302" y="287020"/>
                  </a:lnTo>
                  <a:lnTo>
                    <a:pt x="3536302" y="299720"/>
                  </a:lnTo>
                  <a:lnTo>
                    <a:pt x="3444049" y="299720"/>
                  </a:lnTo>
                  <a:lnTo>
                    <a:pt x="3430079" y="302260"/>
                  </a:lnTo>
                  <a:lnTo>
                    <a:pt x="3418662" y="309880"/>
                  </a:lnTo>
                  <a:lnTo>
                    <a:pt x="3410966" y="321310"/>
                  </a:lnTo>
                  <a:lnTo>
                    <a:pt x="3408134" y="335280"/>
                  </a:lnTo>
                  <a:lnTo>
                    <a:pt x="3408134" y="820420"/>
                  </a:lnTo>
                  <a:lnTo>
                    <a:pt x="3410966" y="834390"/>
                  </a:lnTo>
                  <a:lnTo>
                    <a:pt x="3418662" y="845820"/>
                  </a:lnTo>
                  <a:lnTo>
                    <a:pt x="3430079" y="853440"/>
                  </a:lnTo>
                  <a:lnTo>
                    <a:pt x="3444049" y="855980"/>
                  </a:lnTo>
                  <a:lnTo>
                    <a:pt x="3851046" y="855980"/>
                  </a:lnTo>
                  <a:lnTo>
                    <a:pt x="3884130" y="834390"/>
                  </a:lnTo>
                  <a:lnTo>
                    <a:pt x="3886962" y="820420"/>
                  </a:lnTo>
                  <a:lnTo>
                    <a:pt x="3886962" y="610870"/>
                  </a:lnTo>
                  <a:lnTo>
                    <a:pt x="3886962" y="577850"/>
                  </a:lnTo>
                  <a:lnTo>
                    <a:pt x="3951503" y="466090"/>
                  </a:lnTo>
                  <a:lnTo>
                    <a:pt x="3955948" y="453390"/>
                  </a:lnTo>
                  <a:close/>
                </a:path>
                <a:path w="4743450" h="855979">
                  <a:moveTo>
                    <a:pt x="4743196" y="22415"/>
                  </a:moveTo>
                  <a:lnTo>
                    <a:pt x="2371610" y="0"/>
                  </a:lnTo>
                  <a:lnTo>
                    <a:pt x="0" y="22415"/>
                  </a:lnTo>
                  <a:lnTo>
                    <a:pt x="2371610" y="44843"/>
                  </a:lnTo>
                  <a:lnTo>
                    <a:pt x="4743196" y="224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116462" y="9946862"/>
              <a:ext cx="516558" cy="652725"/>
            </a:xfrm>
            <a:prstGeom prst="rect">
              <a:avLst/>
            </a:prstGeom>
          </p:spPr>
        </p:pic>
        <p:pic>
          <p:nvPicPr>
            <p:cNvPr id="67" name="object 67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616904" y="6610444"/>
              <a:ext cx="1544285" cy="104940"/>
            </a:xfrm>
            <a:prstGeom prst="rect">
              <a:avLst/>
            </a:prstGeom>
          </p:spPr>
        </p:pic>
        <p:pic>
          <p:nvPicPr>
            <p:cNvPr id="68" name="object 68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063964" y="7546582"/>
              <a:ext cx="1943616" cy="258334"/>
            </a:xfrm>
            <a:prstGeom prst="rect">
              <a:avLst/>
            </a:prstGeom>
          </p:spPr>
        </p:pic>
        <p:pic>
          <p:nvPicPr>
            <p:cNvPr id="69" name="object 6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664375" y="7621666"/>
              <a:ext cx="1444932" cy="104944"/>
            </a:xfrm>
            <a:prstGeom prst="rect">
              <a:avLst/>
            </a:prstGeom>
          </p:spPr>
        </p:pic>
        <p:pic>
          <p:nvPicPr>
            <p:cNvPr id="70" name="object 7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977378" y="6620594"/>
              <a:ext cx="2117759" cy="105464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818619" y="9461831"/>
              <a:ext cx="1137929" cy="102975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8564715" y="8921596"/>
              <a:ext cx="244475" cy="62865"/>
            </a:xfrm>
            <a:custGeom>
              <a:avLst/>
              <a:gdLst/>
              <a:ahLst/>
              <a:cxnLst/>
              <a:rect l="l" t="t" r="r" b="b"/>
              <a:pathLst>
                <a:path w="244475" h="62865">
                  <a:moveTo>
                    <a:pt x="49022" y="12674"/>
                  </a:moveTo>
                  <a:lnTo>
                    <a:pt x="47586" y="8255"/>
                  </a:lnTo>
                  <a:lnTo>
                    <a:pt x="46113" y="6832"/>
                  </a:lnTo>
                  <a:lnTo>
                    <a:pt x="40894" y="1739"/>
                  </a:lnTo>
                  <a:lnTo>
                    <a:pt x="40894" y="14693"/>
                  </a:lnTo>
                  <a:lnTo>
                    <a:pt x="40474" y="18275"/>
                  </a:lnTo>
                  <a:lnTo>
                    <a:pt x="39992" y="21882"/>
                  </a:lnTo>
                  <a:lnTo>
                    <a:pt x="38328" y="24790"/>
                  </a:lnTo>
                  <a:lnTo>
                    <a:pt x="32727" y="29146"/>
                  </a:lnTo>
                  <a:lnTo>
                    <a:pt x="29298" y="30213"/>
                  </a:lnTo>
                  <a:lnTo>
                    <a:pt x="13474" y="30213"/>
                  </a:lnTo>
                  <a:lnTo>
                    <a:pt x="40894" y="14693"/>
                  </a:lnTo>
                  <a:lnTo>
                    <a:pt x="40894" y="1739"/>
                  </a:lnTo>
                  <a:lnTo>
                    <a:pt x="35864" y="0"/>
                  </a:lnTo>
                  <a:lnTo>
                    <a:pt x="10693" y="0"/>
                  </a:lnTo>
                  <a:lnTo>
                    <a:pt x="88" y="61353"/>
                  </a:lnTo>
                  <a:lnTo>
                    <a:pt x="0" y="61874"/>
                  </a:lnTo>
                  <a:lnTo>
                    <a:pt x="7988" y="61874"/>
                  </a:lnTo>
                  <a:lnTo>
                    <a:pt x="12357" y="36855"/>
                  </a:lnTo>
                  <a:lnTo>
                    <a:pt x="26670" y="36855"/>
                  </a:lnTo>
                  <a:lnTo>
                    <a:pt x="35293" y="61874"/>
                  </a:lnTo>
                  <a:lnTo>
                    <a:pt x="43802" y="61874"/>
                  </a:lnTo>
                  <a:lnTo>
                    <a:pt x="43903" y="61353"/>
                  </a:lnTo>
                  <a:lnTo>
                    <a:pt x="34874" y="36855"/>
                  </a:lnTo>
                  <a:lnTo>
                    <a:pt x="34251" y="35191"/>
                  </a:lnTo>
                  <a:lnTo>
                    <a:pt x="38404" y="33693"/>
                  </a:lnTo>
                  <a:lnTo>
                    <a:pt x="41732" y="31457"/>
                  </a:lnTo>
                  <a:lnTo>
                    <a:pt x="42799" y="30213"/>
                  </a:lnTo>
                  <a:lnTo>
                    <a:pt x="46761" y="25603"/>
                  </a:lnTo>
                  <a:lnTo>
                    <a:pt x="48196" y="22174"/>
                  </a:lnTo>
                  <a:lnTo>
                    <a:pt x="48475" y="18275"/>
                  </a:lnTo>
                  <a:lnTo>
                    <a:pt x="49022" y="12674"/>
                  </a:lnTo>
                  <a:close/>
                </a:path>
                <a:path w="244475" h="62865">
                  <a:moveTo>
                    <a:pt x="92011" y="34683"/>
                  </a:moveTo>
                  <a:lnTo>
                    <a:pt x="91884" y="30111"/>
                  </a:lnTo>
                  <a:lnTo>
                    <a:pt x="91744" y="27495"/>
                  </a:lnTo>
                  <a:lnTo>
                    <a:pt x="91719" y="26949"/>
                  </a:lnTo>
                  <a:lnTo>
                    <a:pt x="90233" y="22796"/>
                  </a:lnTo>
                  <a:lnTo>
                    <a:pt x="89001" y="21386"/>
                  </a:lnTo>
                  <a:lnTo>
                    <a:pt x="85090" y="16941"/>
                  </a:lnTo>
                  <a:lnTo>
                    <a:pt x="85090" y="30480"/>
                  </a:lnTo>
                  <a:lnTo>
                    <a:pt x="84632" y="34061"/>
                  </a:lnTo>
                  <a:lnTo>
                    <a:pt x="84518" y="34683"/>
                  </a:lnTo>
                  <a:lnTo>
                    <a:pt x="62103" y="34683"/>
                  </a:lnTo>
                  <a:lnTo>
                    <a:pt x="63411" y="30480"/>
                  </a:lnTo>
                  <a:lnTo>
                    <a:pt x="63474" y="30264"/>
                  </a:lnTo>
                  <a:lnTo>
                    <a:pt x="65341" y="26949"/>
                  </a:lnTo>
                  <a:lnTo>
                    <a:pt x="70116" y="22428"/>
                  </a:lnTo>
                  <a:lnTo>
                    <a:pt x="72796" y="21386"/>
                  </a:lnTo>
                  <a:lnTo>
                    <a:pt x="76111" y="21386"/>
                  </a:lnTo>
                  <a:lnTo>
                    <a:pt x="85090" y="30480"/>
                  </a:lnTo>
                  <a:lnTo>
                    <a:pt x="85090" y="16941"/>
                  </a:lnTo>
                  <a:lnTo>
                    <a:pt x="84886" y="16700"/>
                  </a:lnTo>
                  <a:lnTo>
                    <a:pt x="81203" y="15138"/>
                  </a:lnTo>
                  <a:lnTo>
                    <a:pt x="78600" y="15138"/>
                  </a:lnTo>
                  <a:lnTo>
                    <a:pt x="72745" y="14935"/>
                  </a:lnTo>
                  <a:lnTo>
                    <a:pt x="57950" y="26377"/>
                  </a:lnTo>
                  <a:lnTo>
                    <a:pt x="55714" y="30111"/>
                  </a:lnTo>
                  <a:lnTo>
                    <a:pt x="54432" y="34061"/>
                  </a:lnTo>
                  <a:lnTo>
                    <a:pt x="54317" y="34683"/>
                  </a:lnTo>
                  <a:lnTo>
                    <a:pt x="54025" y="37579"/>
                  </a:lnTo>
                  <a:lnTo>
                    <a:pt x="53695" y="40589"/>
                  </a:lnTo>
                  <a:lnTo>
                    <a:pt x="53124" y="47028"/>
                  </a:lnTo>
                  <a:lnTo>
                    <a:pt x="54470" y="52324"/>
                  </a:lnTo>
                  <a:lnTo>
                    <a:pt x="60985" y="60579"/>
                  </a:lnTo>
                  <a:lnTo>
                    <a:pt x="65735" y="62763"/>
                  </a:lnTo>
                  <a:lnTo>
                    <a:pt x="74917" y="62763"/>
                  </a:lnTo>
                  <a:lnTo>
                    <a:pt x="88785" y="53886"/>
                  </a:lnTo>
                  <a:lnTo>
                    <a:pt x="84416" y="50152"/>
                  </a:lnTo>
                  <a:lnTo>
                    <a:pt x="80530" y="54381"/>
                  </a:lnTo>
                  <a:lnTo>
                    <a:pt x="76339" y="56426"/>
                  </a:lnTo>
                  <a:lnTo>
                    <a:pt x="71856" y="56273"/>
                  </a:lnTo>
                  <a:lnTo>
                    <a:pt x="68148" y="56273"/>
                  </a:lnTo>
                  <a:lnTo>
                    <a:pt x="65214" y="54711"/>
                  </a:lnTo>
                  <a:lnTo>
                    <a:pt x="63347" y="51803"/>
                  </a:lnTo>
                  <a:lnTo>
                    <a:pt x="61480" y="48844"/>
                  </a:lnTo>
                  <a:lnTo>
                    <a:pt x="60769" y="45262"/>
                  </a:lnTo>
                  <a:lnTo>
                    <a:pt x="61264" y="41109"/>
                  </a:lnTo>
                  <a:lnTo>
                    <a:pt x="91376" y="41109"/>
                  </a:lnTo>
                  <a:lnTo>
                    <a:pt x="91884" y="37579"/>
                  </a:lnTo>
                  <a:lnTo>
                    <a:pt x="92011" y="34683"/>
                  </a:lnTo>
                  <a:close/>
                </a:path>
                <a:path w="244475" h="62865">
                  <a:moveTo>
                    <a:pt x="137579" y="26949"/>
                  </a:moveTo>
                  <a:lnTo>
                    <a:pt x="136131" y="22948"/>
                  </a:lnTo>
                  <a:lnTo>
                    <a:pt x="130327" y="16725"/>
                  </a:lnTo>
                  <a:lnTo>
                    <a:pt x="126479" y="15138"/>
                  </a:lnTo>
                  <a:lnTo>
                    <a:pt x="117678" y="14935"/>
                  </a:lnTo>
                  <a:lnTo>
                    <a:pt x="114020" y="15836"/>
                  </a:lnTo>
                  <a:lnTo>
                    <a:pt x="98298" y="44234"/>
                  </a:lnTo>
                  <a:lnTo>
                    <a:pt x="98755" y="48145"/>
                  </a:lnTo>
                  <a:lnTo>
                    <a:pt x="118541" y="62750"/>
                  </a:lnTo>
                  <a:lnTo>
                    <a:pt x="121437" y="62141"/>
                  </a:lnTo>
                  <a:lnTo>
                    <a:pt x="127000" y="50152"/>
                  </a:lnTo>
                  <a:lnTo>
                    <a:pt x="125577" y="52324"/>
                  </a:lnTo>
                  <a:lnTo>
                    <a:pt x="121132" y="55651"/>
                  </a:lnTo>
                  <a:lnTo>
                    <a:pt x="118643" y="56451"/>
                  </a:lnTo>
                  <a:lnTo>
                    <a:pt x="115887" y="56375"/>
                  </a:lnTo>
                  <a:lnTo>
                    <a:pt x="112979" y="56324"/>
                  </a:lnTo>
                  <a:lnTo>
                    <a:pt x="110642" y="55308"/>
                  </a:lnTo>
                  <a:lnTo>
                    <a:pt x="107276" y="51435"/>
                  </a:lnTo>
                  <a:lnTo>
                    <a:pt x="106362" y="48793"/>
                  </a:lnTo>
                  <a:lnTo>
                    <a:pt x="106235" y="45478"/>
                  </a:lnTo>
                  <a:lnTo>
                    <a:pt x="106083" y="43561"/>
                  </a:lnTo>
                  <a:lnTo>
                    <a:pt x="106083" y="41681"/>
                  </a:lnTo>
                  <a:lnTo>
                    <a:pt x="106235" y="39865"/>
                  </a:lnTo>
                  <a:lnTo>
                    <a:pt x="106451" y="38722"/>
                  </a:lnTo>
                  <a:lnTo>
                    <a:pt x="107061" y="33274"/>
                  </a:lnTo>
                  <a:lnTo>
                    <a:pt x="108673" y="29019"/>
                  </a:lnTo>
                  <a:lnTo>
                    <a:pt x="114020" y="22847"/>
                  </a:lnTo>
                  <a:lnTo>
                    <a:pt x="117348" y="21336"/>
                  </a:lnTo>
                  <a:lnTo>
                    <a:pt x="121285" y="21386"/>
                  </a:lnTo>
                  <a:lnTo>
                    <a:pt x="130429" y="31673"/>
                  </a:lnTo>
                  <a:lnTo>
                    <a:pt x="137579" y="31775"/>
                  </a:lnTo>
                  <a:lnTo>
                    <a:pt x="137579" y="26949"/>
                  </a:lnTo>
                  <a:close/>
                </a:path>
                <a:path w="244475" h="62865">
                  <a:moveTo>
                    <a:pt x="184353" y="34886"/>
                  </a:moveTo>
                  <a:lnTo>
                    <a:pt x="180162" y="21399"/>
                  </a:lnTo>
                  <a:lnTo>
                    <a:pt x="179298" y="20193"/>
                  </a:lnTo>
                  <a:lnTo>
                    <a:pt x="176542" y="18173"/>
                  </a:lnTo>
                  <a:lnTo>
                    <a:pt x="176441" y="36703"/>
                  </a:lnTo>
                  <a:lnTo>
                    <a:pt x="176301" y="38315"/>
                  </a:lnTo>
                  <a:lnTo>
                    <a:pt x="176276" y="38722"/>
                  </a:lnTo>
                  <a:lnTo>
                    <a:pt x="176174" y="39662"/>
                  </a:lnTo>
                  <a:lnTo>
                    <a:pt x="175818" y="42570"/>
                  </a:lnTo>
                  <a:lnTo>
                    <a:pt x="174942" y="45275"/>
                  </a:lnTo>
                  <a:lnTo>
                    <a:pt x="174828" y="45631"/>
                  </a:lnTo>
                  <a:lnTo>
                    <a:pt x="163410" y="56451"/>
                  </a:lnTo>
                  <a:lnTo>
                    <a:pt x="158292" y="56451"/>
                  </a:lnTo>
                  <a:lnTo>
                    <a:pt x="155727" y="55283"/>
                  </a:lnTo>
                  <a:lnTo>
                    <a:pt x="154012" y="53263"/>
                  </a:lnTo>
                  <a:lnTo>
                    <a:pt x="152298" y="51282"/>
                  </a:lnTo>
                  <a:lnTo>
                    <a:pt x="151269" y="48590"/>
                  </a:lnTo>
                  <a:lnTo>
                    <a:pt x="151028" y="45631"/>
                  </a:lnTo>
                  <a:lnTo>
                    <a:pt x="150850" y="43891"/>
                  </a:lnTo>
                  <a:lnTo>
                    <a:pt x="150799" y="41478"/>
                  </a:lnTo>
                  <a:lnTo>
                    <a:pt x="151561" y="34886"/>
                  </a:lnTo>
                  <a:lnTo>
                    <a:pt x="151663" y="34112"/>
                  </a:lnTo>
                  <a:lnTo>
                    <a:pt x="151726" y="33540"/>
                  </a:lnTo>
                  <a:lnTo>
                    <a:pt x="153416" y="29362"/>
                  </a:lnTo>
                  <a:lnTo>
                    <a:pt x="158953" y="22999"/>
                  </a:lnTo>
                  <a:lnTo>
                    <a:pt x="159702" y="22606"/>
                  </a:lnTo>
                  <a:lnTo>
                    <a:pt x="162306" y="21399"/>
                  </a:lnTo>
                  <a:lnTo>
                    <a:pt x="166370" y="21399"/>
                  </a:lnTo>
                  <a:lnTo>
                    <a:pt x="176441" y="36703"/>
                  </a:lnTo>
                  <a:lnTo>
                    <a:pt x="176441" y="18097"/>
                  </a:lnTo>
                  <a:lnTo>
                    <a:pt x="173837" y="16090"/>
                  </a:lnTo>
                  <a:lnTo>
                    <a:pt x="170548" y="15062"/>
                  </a:lnTo>
                  <a:lnTo>
                    <a:pt x="166674" y="15062"/>
                  </a:lnTo>
                  <a:lnTo>
                    <a:pt x="162585" y="14935"/>
                  </a:lnTo>
                  <a:lnTo>
                    <a:pt x="143967" y="34112"/>
                  </a:lnTo>
                  <a:lnTo>
                    <a:pt x="143840" y="34518"/>
                  </a:lnTo>
                  <a:lnTo>
                    <a:pt x="143738" y="34886"/>
                  </a:lnTo>
                  <a:lnTo>
                    <a:pt x="143141" y="41478"/>
                  </a:lnTo>
                  <a:lnTo>
                    <a:pt x="143040" y="42570"/>
                  </a:lnTo>
                  <a:lnTo>
                    <a:pt x="142963" y="43345"/>
                  </a:lnTo>
                  <a:lnTo>
                    <a:pt x="142900" y="43891"/>
                  </a:lnTo>
                  <a:lnTo>
                    <a:pt x="143344" y="47840"/>
                  </a:lnTo>
                  <a:lnTo>
                    <a:pt x="144487" y="51079"/>
                  </a:lnTo>
                  <a:lnTo>
                    <a:pt x="145770" y="54508"/>
                  </a:lnTo>
                  <a:lnTo>
                    <a:pt x="145859" y="54762"/>
                  </a:lnTo>
                  <a:lnTo>
                    <a:pt x="147916" y="57518"/>
                  </a:lnTo>
                  <a:lnTo>
                    <a:pt x="150685" y="59588"/>
                  </a:lnTo>
                  <a:lnTo>
                    <a:pt x="153441" y="61607"/>
                  </a:lnTo>
                  <a:lnTo>
                    <a:pt x="156997" y="62699"/>
                  </a:lnTo>
                  <a:lnTo>
                    <a:pt x="160553" y="62699"/>
                  </a:lnTo>
                  <a:lnTo>
                    <a:pt x="164630" y="62839"/>
                  </a:lnTo>
                  <a:lnTo>
                    <a:pt x="168338" y="61899"/>
                  </a:lnTo>
                  <a:lnTo>
                    <a:pt x="175031" y="57912"/>
                  </a:lnTo>
                  <a:lnTo>
                    <a:pt x="176453" y="56451"/>
                  </a:lnTo>
                  <a:lnTo>
                    <a:pt x="177787" y="55105"/>
                  </a:lnTo>
                  <a:lnTo>
                    <a:pt x="181991" y="47840"/>
                  </a:lnTo>
                  <a:lnTo>
                    <a:pt x="183299" y="43891"/>
                  </a:lnTo>
                  <a:lnTo>
                    <a:pt x="183388" y="43345"/>
                  </a:lnTo>
                  <a:lnTo>
                    <a:pt x="183857" y="39662"/>
                  </a:lnTo>
                  <a:lnTo>
                    <a:pt x="184353" y="34886"/>
                  </a:lnTo>
                  <a:close/>
                </a:path>
                <a:path w="244475" h="62865">
                  <a:moveTo>
                    <a:pt x="228739" y="25184"/>
                  </a:moveTo>
                  <a:lnTo>
                    <a:pt x="227342" y="21755"/>
                  </a:lnTo>
                  <a:lnTo>
                    <a:pt x="221526" y="16408"/>
                  </a:lnTo>
                  <a:lnTo>
                    <a:pt x="217741" y="15062"/>
                  </a:lnTo>
                  <a:lnTo>
                    <a:pt x="208394" y="15011"/>
                  </a:lnTo>
                  <a:lnTo>
                    <a:pt x="204292" y="16281"/>
                  </a:lnTo>
                  <a:lnTo>
                    <a:pt x="197231" y="21463"/>
                  </a:lnTo>
                  <a:lnTo>
                    <a:pt x="195389" y="24765"/>
                  </a:lnTo>
                  <a:lnTo>
                    <a:pt x="194983" y="34163"/>
                  </a:lnTo>
                  <a:lnTo>
                    <a:pt x="198221" y="38049"/>
                  </a:lnTo>
                  <a:lnTo>
                    <a:pt x="205016" y="40386"/>
                  </a:lnTo>
                  <a:lnTo>
                    <a:pt x="213017" y="42672"/>
                  </a:lnTo>
                  <a:lnTo>
                    <a:pt x="216877" y="43992"/>
                  </a:lnTo>
                  <a:lnTo>
                    <a:pt x="218617" y="46253"/>
                  </a:lnTo>
                  <a:lnTo>
                    <a:pt x="218198" y="49415"/>
                  </a:lnTo>
                  <a:lnTo>
                    <a:pt x="217919" y="51574"/>
                  </a:lnTo>
                  <a:lnTo>
                    <a:pt x="216750" y="53263"/>
                  </a:lnTo>
                  <a:lnTo>
                    <a:pt x="212648" y="55753"/>
                  </a:lnTo>
                  <a:lnTo>
                    <a:pt x="210261" y="56349"/>
                  </a:lnTo>
                  <a:lnTo>
                    <a:pt x="204609" y="56273"/>
                  </a:lnTo>
                  <a:lnTo>
                    <a:pt x="202323" y="55524"/>
                  </a:lnTo>
                  <a:lnTo>
                    <a:pt x="199059" y="52400"/>
                  </a:lnTo>
                  <a:lnTo>
                    <a:pt x="198272" y="50330"/>
                  </a:lnTo>
                  <a:lnTo>
                    <a:pt x="198272" y="47752"/>
                  </a:lnTo>
                  <a:lnTo>
                    <a:pt x="190487" y="47650"/>
                  </a:lnTo>
                  <a:lnTo>
                    <a:pt x="210362" y="62763"/>
                  </a:lnTo>
                  <a:lnTo>
                    <a:pt x="213372" y="62242"/>
                  </a:lnTo>
                  <a:lnTo>
                    <a:pt x="226021" y="45631"/>
                  </a:lnTo>
                  <a:lnTo>
                    <a:pt x="224980" y="42926"/>
                  </a:lnTo>
                  <a:lnTo>
                    <a:pt x="220535" y="38493"/>
                  </a:lnTo>
                  <a:lnTo>
                    <a:pt x="216801" y="36728"/>
                  </a:lnTo>
                  <a:lnTo>
                    <a:pt x="207721" y="34366"/>
                  </a:lnTo>
                  <a:lnTo>
                    <a:pt x="204114" y="33121"/>
                  </a:lnTo>
                  <a:lnTo>
                    <a:pt x="202476" y="31153"/>
                  </a:lnTo>
                  <a:lnTo>
                    <a:pt x="203098" y="26454"/>
                  </a:lnTo>
                  <a:lnTo>
                    <a:pt x="204139" y="24790"/>
                  </a:lnTo>
                  <a:lnTo>
                    <a:pt x="207873" y="22098"/>
                  </a:lnTo>
                  <a:lnTo>
                    <a:pt x="210159" y="21437"/>
                  </a:lnTo>
                  <a:lnTo>
                    <a:pt x="215290" y="21577"/>
                  </a:lnTo>
                  <a:lnTo>
                    <a:pt x="217297" y="22326"/>
                  </a:lnTo>
                  <a:lnTo>
                    <a:pt x="220332" y="25234"/>
                  </a:lnTo>
                  <a:lnTo>
                    <a:pt x="221056" y="27101"/>
                  </a:lnTo>
                  <a:lnTo>
                    <a:pt x="221005" y="29387"/>
                  </a:lnTo>
                  <a:lnTo>
                    <a:pt x="228688" y="29387"/>
                  </a:lnTo>
                  <a:lnTo>
                    <a:pt x="228739" y="25184"/>
                  </a:lnTo>
                  <a:close/>
                </a:path>
                <a:path w="244475" h="62865">
                  <a:moveTo>
                    <a:pt x="244119" y="56248"/>
                  </a:moveTo>
                  <a:lnTo>
                    <a:pt x="243662" y="55130"/>
                  </a:lnTo>
                  <a:lnTo>
                    <a:pt x="241871" y="53416"/>
                  </a:lnTo>
                  <a:lnTo>
                    <a:pt x="240728" y="52946"/>
                  </a:lnTo>
                  <a:lnTo>
                    <a:pt x="239356" y="52946"/>
                  </a:lnTo>
                  <a:lnTo>
                    <a:pt x="234683" y="56476"/>
                  </a:lnTo>
                  <a:lnTo>
                    <a:pt x="234683" y="59334"/>
                  </a:lnTo>
                  <a:lnTo>
                    <a:pt x="235102" y="60426"/>
                  </a:lnTo>
                  <a:lnTo>
                    <a:pt x="235927" y="61252"/>
                  </a:lnTo>
                  <a:lnTo>
                    <a:pt x="236804" y="62077"/>
                  </a:lnTo>
                  <a:lnTo>
                    <a:pt x="237921" y="62445"/>
                  </a:lnTo>
                  <a:lnTo>
                    <a:pt x="239255" y="62395"/>
                  </a:lnTo>
                  <a:lnTo>
                    <a:pt x="240614" y="62318"/>
                  </a:lnTo>
                  <a:lnTo>
                    <a:pt x="241769" y="61874"/>
                  </a:lnTo>
                  <a:lnTo>
                    <a:pt x="243636" y="60159"/>
                  </a:lnTo>
                  <a:lnTo>
                    <a:pt x="244119" y="59016"/>
                  </a:lnTo>
                  <a:lnTo>
                    <a:pt x="244119" y="562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1486924" y="8662037"/>
              <a:ext cx="1094693" cy="104326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485084" y="9460479"/>
              <a:ext cx="1103158" cy="104327"/>
            </a:xfrm>
            <a:prstGeom prst="rect">
              <a:avLst/>
            </a:prstGeom>
          </p:spPr>
        </p:pic>
        <p:pic>
          <p:nvPicPr>
            <p:cNvPr id="75" name="object 75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697299" y="10744989"/>
              <a:ext cx="1382464" cy="104946"/>
            </a:xfrm>
            <a:prstGeom prst="rect">
              <a:avLst/>
            </a:prstGeom>
          </p:spPr>
        </p:pic>
        <p:pic>
          <p:nvPicPr>
            <p:cNvPr id="76" name="object 76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1290091" y="10744989"/>
              <a:ext cx="1493229" cy="104324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491026" y="9307440"/>
              <a:ext cx="449510" cy="84028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9717277" y="5602589"/>
              <a:ext cx="4047490" cy="384175"/>
            </a:xfrm>
            <a:custGeom>
              <a:avLst/>
              <a:gdLst/>
              <a:ahLst/>
              <a:cxnLst/>
              <a:rect l="l" t="t" r="r" b="b"/>
              <a:pathLst>
                <a:path w="4047490" h="384175">
                  <a:moveTo>
                    <a:pt x="4047341" y="0"/>
                  </a:moveTo>
                  <a:lnTo>
                    <a:pt x="0" y="0"/>
                  </a:lnTo>
                  <a:lnTo>
                    <a:pt x="0" y="384044"/>
                  </a:lnTo>
                  <a:lnTo>
                    <a:pt x="4047341" y="384044"/>
                  </a:lnTo>
                  <a:lnTo>
                    <a:pt x="4047341" y="0"/>
                  </a:lnTo>
                  <a:close/>
                </a:path>
              </a:pathLst>
            </a:custGeom>
            <a:solidFill>
              <a:srgbClr val="D61F2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 descr=""/>
          <p:cNvSpPr txBox="1"/>
          <p:nvPr/>
        </p:nvSpPr>
        <p:spPr>
          <a:xfrm>
            <a:off x="10376321" y="5679788"/>
            <a:ext cx="2729865" cy="2832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650" spc="10">
                <a:solidFill>
                  <a:srgbClr val="FFFFFF"/>
                </a:solidFill>
                <a:latin typeface="Arial"/>
                <a:cs typeface="Arial"/>
              </a:rPr>
              <a:t>Methodology</a:t>
            </a:r>
            <a:r>
              <a:rPr dirty="0" sz="1650" spc="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650" spc="1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Experiments</a:t>
            </a:r>
            <a:endParaRPr sz="1650">
              <a:latin typeface="Arial"/>
              <a:cs typeface="Arial"/>
            </a:endParaRPr>
          </a:p>
        </p:txBody>
      </p:sp>
      <p:sp>
        <p:nvSpPr>
          <p:cNvPr id="80" name="object 80" descr=""/>
          <p:cNvSpPr/>
          <p:nvPr/>
        </p:nvSpPr>
        <p:spPr>
          <a:xfrm>
            <a:off x="11008418" y="262290"/>
            <a:ext cx="1073150" cy="1072515"/>
          </a:xfrm>
          <a:custGeom>
            <a:avLst/>
            <a:gdLst/>
            <a:ahLst/>
            <a:cxnLst/>
            <a:rect l="l" t="t" r="r" b="b"/>
            <a:pathLst>
              <a:path w="1073150" h="1072515">
                <a:moveTo>
                  <a:pt x="543310" y="0"/>
                </a:moveTo>
                <a:lnTo>
                  <a:pt x="536267" y="0"/>
                </a:lnTo>
                <a:lnTo>
                  <a:pt x="529504" y="0"/>
                </a:lnTo>
                <a:lnTo>
                  <a:pt x="522801" y="649"/>
                </a:lnTo>
                <a:lnTo>
                  <a:pt x="484469" y="13126"/>
                </a:lnTo>
                <a:lnTo>
                  <a:pt x="453467" y="38885"/>
                </a:lnTo>
                <a:lnTo>
                  <a:pt x="434102" y="74231"/>
                </a:lnTo>
                <a:lnTo>
                  <a:pt x="429323" y="100734"/>
                </a:lnTo>
                <a:lnTo>
                  <a:pt x="166344" y="232287"/>
                </a:lnTo>
                <a:lnTo>
                  <a:pt x="152562" y="224521"/>
                </a:lnTo>
                <a:lnTo>
                  <a:pt x="138123" y="218963"/>
                </a:lnTo>
                <a:lnTo>
                  <a:pt x="123023" y="215622"/>
                </a:lnTo>
                <a:lnTo>
                  <a:pt x="107253" y="214506"/>
                </a:lnTo>
                <a:lnTo>
                  <a:pt x="100210" y="214506"/>
                </a:lnTo>
                <a:lnTo>
                  <a:pt x="59710" y="225369"/>
                </a:lnTo>
                <a:lnTo>
                  <a:pt x="26437" y="250877"/>
                </a:lnTo>
                <a:lnTo>
                  <a:pt x="5463" y="287218"/>
                </a:lnTo>
                <a:lnTo>
                  <a:pt x="0" y="314717"/>
                </a:lnTo>
                <a:lnTo>
                  <a:pt x="0" y="328803"/>
                </a:lnTo>
                <a:lnTo>
                  <a:pt x="10862" y="369303"/>
                </a:lnTo>
                <a:lnTo>
                  <a:pt x="36400" y="402575"/>
                </a:lnTo>
                <a:lnTo>
                  <a:pt x="72711" y="423520"/>
                </a:lnTo>
                <a:lnTo>
                  <a:pt x="100210" y="429013"/>
                </a:lnTo>
                <a:lnTo>
                  <a:pt x="107253" y="429013"/>
                </a:lnTo>
                <a:lnTo>
                  <a:pt x="123000" y="427868"/>
                </a:lnTo>
                <a:lnTo>
                  <a:pt x="138074" y="424518"/>
                </a:lnTo>
                <a:lnTo>
                  <a:pt x="152480" y="418963"/>
                </a:lnTo>
                <a:lnTo>
                  <a:pt x="166219" y="411197"/>
                </a:lnTo>
                <a:lnTo>
                  <a:pt x="429323" y="542756"/>
                </a:lnTo>
                <a:lnTo>
                  <a:pt x="438914" y="580921"/>
                </a:lnTo>
                <a:lnTo>
                  <a:pt x="461660" y="613078"/>
                </a:lnTo>
                <a:lnTo>
                  <a:pt x="482640" y="628934"/>
                </a:lnTo>
                <a:lnTo>
                  <a:pt x="482640" y="872459"/>
                </a:lnTo>
                <a:lnTo>
                  <a:pt x="477176" y="875808"/>
                </a:lnTo>
                <a:lnTo>
                  <a:pt x="214197" y="744255"/>
                </a:lnTo>
                <a:lnTo>
                  <a:pt x="213791" y="737522"/>
                </a:lnTo>
                <a:lnTo>
                  <a:pt x="212737" y="730849"/>
                </a:lnTo>
                <a:lnTo>
                  <a:pt x="197995" y="693363"/>
                </a:lnTo>
                <a:lnTo>
                  <a:pt x="170437" y="663940"/>
                </a:lnTo>
                <a:lnTo>
                  <a:pt x="134007" y="646720"/>
                </a:lnTo>
                <a:lnTo>
                  <a:pt x="114016" y="643520"/>
                </a:lnTo>
                <a:lnTo>
                  <a:pt x="100210" y="643520"/>
                </a:lnTo>
                <a:lnTo>
                  <a:pt x="59710" y="654383"/>
                </a:lnTo>
                <a:lnTo>
                  <a:pt x="26437" y="679891"/>
                </a:lnTo>
                <a:lnTo>
                  <a:pt x="5463" y="716232"/>
                </a:lnTo>
                <a:lnTo>
                  <a:pt x="0" y="743731"/>
                </a:lnTo>
                <a:lnTo>
                  <a:pt x="0" y="757817"/>
                </a:lnTo>
                <a:lnTo>
                  <a:pt x="10862" y="798317"/>
                </a:lnTo>
                <a:lnTo>
                  <a:pt x="36400" y="831583"/>
                </a:lnTo>
                <a:lnTo>
                  <a:pt x="72711" y="852534"/>
                </a:lnTo>
                <a:lnTo>
                  <a:pt x="100210" y="858027"/>
                </a:lnTo>
                <a:lnTo>
                  <a:pt x="107253" y="858027"/>
                </a:lnTo>
                <a:lnTo>
                  <a:pt x="123000" y="856882"/>
                </a:lnTo>
                <a:lnTo>
                  <a:pt x="138074" y="853532"/>
                </a:lnTo>
                <a:lnTo>
                  <a:pt x="152480" y="847977"/>
                </a:lnTo>
                <a:lnTo>
                  <a:pt x="166219" y="840211"/>
                </a:lnTo>
                <a:lnTo>
                  <a:pt x="429323" y="971770"/>
                </a:lnTo>
                <a:lnTo>
                  <a:pt x="442110" y="1016858"/>
                </a:lnTo>
                <a:lnTo>
                  <a:pt x="467744" y="1047955"/>
                </a:lnTo>
                <a:lnTo>
                  <a:pt x="503060" y="1067446"/>
                </a:lnTo>
                <a:lnTo>
                  <a:pt x="529504" y="1072505"/>
                </a:lnTo>
                <a:lnTo>
                  <a:pt x="543030" y="1072505"/>
                </a:lnTo>
                <a:lnTo>
                  <a:pt x="582070" y="1062417"/>
                </a:lnTo>
                <a:lnTo>
                  <a:pt x="614657" y="1038642"/>
                </a:lnTo>
                <a:lnTo>
                  <a:pt x="636168" y="1004542"/>
                </a:lnTo>
                <a:lnTo>
                  <a:pt x="643211" y="971645"/>
                </a:lnTo>
                <a:lnTo>
                  <a:pt x="906190" y="840211"/>
                </a:lnTo>
                <a:lnTo>
                  <a:pt x="919972" y="847993"/>
                </a:lnTo>
                <a:lnTo>
                  <a:pt x="934410" y="853555"/>
                </a:lnTo>
                <a:lnTo>
                  <a:pt x="949511" y="856898"/>
                </a:lnTo>
                <a:lnTo>
                  <a:pt x="965281" y="858027"/>
                </a:lnTo>
                <a:lnTo>
                  <a:pt x="972324" y="858027"/>
                </a:lnTo>
                <a:lnTo>
                  <a:pt x="1012824" y="847165"/>
                </a:lnTo>
                <a:lnTo>
                  <a:pt x="1046096" y="821627"/>
                </a:lnTo>
                <a:lnTo>
                  <a:pt x="1067070" y="785315"/>
                </a:lnTo>
                <a:lnTo>
                  <a:pt x="1072534" y="757817"/>
                </a:lnTo>
                <a:lnTo>
                  <a:pt x="1072534" y="743731"/>
                </a:lnTo>
                <a:lnTo>
                  <a:pt x="1061672" y="703201"/>
                </a:lnTo>
                <a:lnTo>
                  <a:pt x="1036134" y="669929"/>
                </a:lnTo>
                <a:lnTo>
                  <a:pt x="999822" y="648984"/>
                </a:lnTo>
                <a:lnTo>
                  <a:pt x="972324" y="643520"/>
                </a:lnTo>
                <a:lnTo>
                  <a:pt x="958518" y="643520"/>
                </a:lnTo>
                <a:lnTo>
                  <a:pt x="919507" y="653608"/>
                </a:lnTo>
                <a:lnTo>
                  <a:pt x="886920" y="677347"/>
                </a:lnTo>
                <a:lnTo>
                  <a:pt x="865380" y="711424"/>
                </a:lnTo>
                <a:lnTo>
                  <a:pt x="858337" y="744255"/>
                </a:lnTo>
                <a:lnTo>
                  <a:pt x="595322" y="875808"/>
                </a:lnTo>
                <a:lnTo>
                  <a:pt x="591759" y="873609"/>
                </a:lnTo>
                <a:lnTo>
                  <a:pt x="589894" y="872584"/>
                </a:lnTo>
                <a:lnTo>
                  <a:pt x="589894" y="628934"/>
                </a:lnTo>
                <a:lnTo>
                  <a:pt x="619768" y="603315"/>
                </a:lnTo>
                <a:lnTo>
                  <a:pt x="638366" y="568634"/>
                </a:lnTo>
                <a:lnTo>
                  <a:pt x="643211" y="542756"/>
                </a:lnTo>
                <a:lnTo>
                  <a:pt x="906190" y="411197"/>
                </a:lnTo>
                <a:lnTo>
                  <a:pt x="919972" y="418979"/>
                </a:lnTo>
                <a:lnTo>
                  <a:pt x="934410" y="424541"/>
                </a:lnTo>
                <a:lnTo>
                  <a:pt x="949511" y="427885"/>
                </a:lnTo>
                <a:lnTo>
                  <a:pt x="965281" y="429013"/>
                </a:lnTo>
                <a:lnTo>
                  <a:pt x="972324" y="429013"/>
                </a:lnTo>
                <a:lnTo>
                  <a:pt x="1012824" y="418151"/>
                </a:lnTo>
                <a:lnTo>
                  <a:pt x="1046096" y="392613"/>
                </a:lnTo>
                <a:lnTo>
                  <a:pt x="1067070" y="356302"/>
                </a:lnTo>
                <a:lnTo>
                  <a:pt x="1072534" y="328803"/>
                </a:lnTo>
                <a:lnTo>
                  <a:pt x="1072534" y="314717"/>
                </a:lnTo>
                <a:lnTo>
                  <a:pt x="1061672" y="274187"/>
                </a:lnTo>
                <a:lnTo>
                  <a:pt x="1036134" y="240915"/>
                </a:lnTo>
                <a:lnTo>
                  <a:pt x="999822" y="219970"/>
                </a:lnTo>
                <a:lnTo>
                  <a:pt x="972324" y="214506"/>
                </a:lnTo>
                <a:lnTo>
                  <a:pt x="958518" y="214506"/>
                </a:lnTo>
                <a:lnTo>
                  <a:pt x="919507" y="224594"/>
                </a:lnTo>
                <a:lnTo>
                  <a:pt x="886920" y="248333"/>
                </a:lnTo>
                <a:lnTo>
                  <a:pt x="865380" y="282410"/>
                </a:lnTo>
                <a:lnTo>
                  <a:pt x="858337" y="315241"/>
                </a:lnTo>
                <a:lnTo>
                  <a:pt x="595232" y="446794"/>
                </a:lnTo>
                <a:lnTo>
                  <a:pt x="581494" y="439032"/>
                </a:lnTo>
                <a:lnTo>
                  <a:pt x="567088" y="433482"/>
                </a:lnTo>
                <a:lnTo>
                  <a:pt x="552014" y="430142"/>
                </a:lnTo>
                <a:lnTo>
                  <a:pt x="536267" y="429013"/>
                </a:lnTo>
                <a:lnTo>
                  <a:pt x="520497" y="430129"/>
                </a:lnTo>
                <a:lnTo>
                  <a:pt x="505397" y="433470"/>
                </a:lnTo>
                <a:lnTo>
                  <a:pt x="490958" y="439028"/>
                </a:lnTo>
                <a:lnTo>
                  <a:pt x="477176" y="446794"/>
                </a:lnTo>
                <a:lnTo>
                  <a:pt x="227168" y="321760"/>
                </a:lnTo>
                <a:lnTo>
                  <a:pt x="477176" y="196690"/>
                </a:lnTo>
                <a:lnTo>
                  <a:pt x="490958" y="204472"/>
                </a:lnTo>
                <a:lnTo>
                  <a:pt x="505397" y="210034"/>
                </a:lnTo>
                <a:lnTo>
                  <a:pt x="520497" y="213378"/>
                </a:lnTo>
                <a:lnTo>
                  <a:pt x="536267" y="214506"/>
                </a:lnTo>
                <a:lnTo>
                  <a:pt x="543310" y="214506"/>
                </a:lnTo>
                <a:lnTo>
                  <a:pt x="583810" y="203644"/>
                </a:lnTo>
                <a:lnTo>
                  <a:pt x="617082" y="178106"/>
                </a:lnTo>
                <a:lnTo>
                  <a:pt x="638056" y="141795"/>
                </a:lnTo>
                <a:lnTo>
                  <a:pt x="643520" y="114296"/>
                </a:lnTo>
                <a:lnTo>
                  <a:pt x="643520" y="100210"/>
                </a:lnTo>
                <a:lnTo>
                  <a:pt x="632658" y="59680"/>
                </a:lnTo>
                <a:lnTo>
                  <a:pt x="607120" y="26408"/>
                </a:lnTo>
                <a:lnTo>
                  <a:pt x="570808" y="5463"/>
                </a:lnTo>
                <a:lnTo>
                  <a:pt x="550293" y="685"/>
                </a:lnTo>
                <a:lnTo>
                  <a:pt x="5433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 descr=""/>
          <p:cNvSpPr/>
          <p:nvPr/>
        </p:nvSpPr>
        <p:spPr>
          <a:xfrm>
            <a:off x="12127763" y="336980"/>
            <a:ext cx="732155" cy="433070"/>
          </a:xfrm>
          <a:custGeom>
            <a:avLst/>
            <a:gdLst/>
            <a:ahLst/>
            <a:cxnLst/>
            <a:rect l="l" t="t" r="r" b="b"/>
            <a:pathLst>
              <a:path w="732154" h="433070">
                <a:moveTo>
                  <a:pt x="363588" y="38481"/>
                </a:moveTo>
                <a:lnTo>
                  <a:pt x="330263" y="19253"/>
                </a:lnTo>
                <a:lnTo>
                  <a:pt x="283552" y="5448"/>
                </a:lnTo>
                <a:lnTo>
                  <a:pt x="226428" y="0"/>
                </a:lnTo>
                <a:lnTo>
                  <a:pt x="204762" y="1079"/>
                </a:lnTo>
                <a:lnTo>
                  <a:pt x="162179" y="9715"/>
                </a:lnTo>
                <a:lnTo>
                  <a:pt x="121170" y="26555"/>
                </a:lnTo>
                <a:lnTo>
                  <a:pt x="84861" y="49593"/>
                </a:lnTo>
                <a:lnTo>
                  <a:pt x="53835" y="78447"/>
                </a:lnTo>
                <a:lnTo>
                  <a:pt x="28879" y="113144"/>
                </a:lnTo>
                <a:lnTo>
                  <a:pt x="10541" y="153174"/>
                </a:lnTo>
                <a:lnTo>
                  <a:pt x="1168" y="195440"/>
                </a:lnTo>
                <a:lnTo>
                  <a:pt x="0" y="217246"/>
                </a:lnTo>
                <a:lnTo>
                  <a:pt x="1993" y="245846"/>
                </a:lnTo>
                <a:lnTo>
                  <a:pt x="17932" y="300037"/>
                </a:lnTo>
                <a:lnTo>
                  <a:pt x="49110" y="349351"/>
                </a:lnTo>
                <a:lnTo>
                  <a:pt x="91135" y="388759"/>
                </a:lnTo>
                <a:lnTo>
                  <a:pt x="142392" y="416941"/>
                </a:lnTo>
                <a:lnTo>
                  <a:pt x="197624" y="431203"/>
                </a:lnTo>
                <a:lnTo>
                  <a:pt x="226428" y="432981"/>
                </a:lnTo>
                <a:lnTo>
                  <a:pt x="238988" y="432727"/>
                </a:lnTo>
                <a:lnTo>
                  <a:pt x="286804" y="426834"/>
                </a:lnTo>
                <a:lnTo>
                  <a:pt x="328231" y="414312"/>
                </a:lnTo>
                <a:lnTo>
                  <a:pt x="363588" y="394512"/>
                </a:lnTo>
                <a:lnTo>
                  <a:pt x="323126" y="313448"/>
                </a:lnTo>
                <a:lnTo>
                  <a:pt x="313448" y="320027"/>
                </a:lnTo>
                <a:lnTo>
                  <a:pt x="307962" y="323100"/>
                </a:lnTo>
                <a:lnTo>
                  <a:pt x="262470" y="337629"/>
                </a:lnTo>
                <a:lnTo>
                  <a:pt x="241071" y="339267"/>
                </a:lnTo>
                <a:lnTo>
                  <a:pt x="209778" y="336905"/>
                </a:lnTo>
                <a:lnTo>
                  <a:pt x="158699" y="318046"/>
                </a:lnTo>
                <a:lnTo>
                  <a:pt x="123317" y="282054"/>
                </a:lnTo>
                <a:lnTo>
                  <a:pt x="105498" y="239420"/>
                </a:lnTo>
                <a:lnTo>
                  <a:pt x="103276" y="216242"/>
                </a:lnTo>
                <a:lnTo>
                  <a:pt x="103797" y="205435"/>
                </a:lnTo>
                <a:lnTo>
                  <a:pt x="116281" y="163169"/>
                </a:lnTo>
                <a:lnTo>
                  <a:pt x="144640" y="125526"/>
                </a:lnTo>
                <a:lnTo>
                  <a:pt x="179247" y="104902"/>
                </a:lnTo>
                <a:lnTo>
                  <a:pt x="224256" y="94424"/>
                </a:lnTo>
                <a:lnTo>
                  <a:pt x="241071" y="93726"/>
                </a:lnTo>
                <a:lnTo>
                  <a:pt x="251891" y="94170"/>
                </a:lnTo>
                <a:lnTo>
                  <a:pt x="293801" y="104165"/>
                </a:lnTo>
                <a:lnTo>
                  <a:pt x="323126" y="119545"/>
                </a:lnTo>
                <a:lnTo>
                  <a:pt x="363588" y="38481"/>
                </a:lnTo>
                <a:close/>
              </a:path>
              <a:path w="732154" h="433070">
                <a:moveTo>
                  <a:pt x="731786" y="216242"/>
                </a:moveTo>
                <a:lnTo>
                  <a:pt x="727925" y="173329"/>
                </a:lnTo>
                <a:lnTo>
                  <a:pt x="716330" y="134175"/>
                </a:lnTo>
                <a:lnTo>
                  <a:pt x="697014" y="98780"/>
                </a:lnTo>
                <a:lnTo>
                  <a:pt x="691730" y="92608"/>
                </a:lnTo>
                <a:lnTo>
                  <a:pt x="669975" y="67157"/>
                </a:lnTo>
                <a:lnTo>
                  <a:pt x="637527" y="41084"/>
                </a:lnTo>
                <a:lnTo>
                  <a:pt x="629005" y="36639"/>
                </a:lnTo>
                <a:lnTo>
                  <a:pt x="629005" y="216738"/>
                </a:lnTo>
                <a:lnTo>
                  <a:pt x="626706" y="242201"/>
                </a:lnTo>
                <a:lnTo>
                  <a:pt x="609815" y="286397"/>
                </a:lnTo>
                <a:lnTo>
                  <a:pt x="577481" y="320560"/>
                </a:lnTo>
                <a:lnTo>
                  <a:pt x="534835" y="338175"/>
                </a:lnTo>
                <a:lnTo>
                  <a:pt x="509955" y="340385"/>
                </a:lnTo>
                <a:lnTo>
                  <a:pt x="495312" y="340385"/>
                </a:lnTo>
                <a:lnTo>
                  <a:pt x="495312" y="92608"/>
                </a:lnTo>
                <a:lnTo>
                  <a:pt x="509955" y="92608"/>
                </a:lnTo>
                <a:lnTo>
                  <a:pt x="557707" y="101485"/>
                </a:lnTo>
                <a:lnTo>
                  <a:pt x="595731" y="128104"/>
                </a:lnTo>
                <a:lnTo>
                  <a:pt x="620687" y="168021"/>
                </a:lnTo>
                <a:lnTo>
                  <a:pt x="628967" y="216242"/>
                </a:lnTo>
                <a:lnTo>
                  <a:pt x="629005" y="216738"/>
                </a:lnTo>
                <a:lnTo>
                  <a:pt x="629005" y="36639"/>
                </a:lnTo>
                <a:lnTo>
                  <a:pt x="601903" y="22466"/>
                </a:lnTo>
                <a:lnTo>
                  <a:pt x="563105" y="11303"/>
                </a:lnTo>
                <a:lnTo>
                  <a:pt x="521131" y="7569"/>
                </a:lnTo>
                <a:lnTo>
                  <a:pt x="400100" y="7569"/>
                </a:lnTo>
                <a:lnTo>
                  <a:pt x="400100" y="425411"/>
                </a:lnTo>
                <a:lnTo>
                  <a:pt x="521131" y="425411"/>
                </a:lnTo>
                <a:lnTo>
                  <a:pt x="563308" y="421703"/>
                </a:lnTo>
                <a:lnTo>
                  <a:pt x="602221" y="410552"/>
                </a:lnTo>
                <a:lnTo>
                  <a:pt x="637857" y="391972"/>
                </a:lnTo>
                <a:lnTo>
                  <a:pt x="670217" y="365950"/>
                </a:lnTo>
                <a:lnTo>
                  <a:pt x="697153" y="334251"/>
                </a:lnTo>
                <a:lnTo>
                  <a:pt x="716394" y="298729"/>
                </a:lnTo>
                <a:lnTo>
                  <a:pt x="727938" y="259397"/>
                </a:lnTo>
                <a:lnTo>
                  <a:pt x="731748" y="216738"/>
                </a:lnTo>
                <a:lnTo>
                  <a:pt x="731786" y="21624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13039878" y="344550"/>
            <a:ext cx="571500" cy="425450"/>
          </a:xfrm>
          <a:custGeom>
            <a:avLst/>
            <a:gdLst/>
            <a:ahLst/>
            <a:cxnLst/>
            <a:rect l="l" t="t" r="r" b="b"/>
            <a:pathLst>
              <a:path w="571500" h="425450">
                <a:moveTo>
                  <a:pt x="239090" y="334010"/>
                </a:moveTo>
                <a:lnTo>
                  <a:pt x="95211" y="334010"/>
                </a:lnTo>
                <a:lnTo>
                  <a:pt x="95211" y="0"/>
                </a:lnTo>
                <a:lnTo>
                  <a:pt x="0" y="0"/>
                </a:lnTo>
                <a:lnTo>
                  <a:pt x="0" y="334010"/>
                </a:lnTo>
                <a:lnTo>
                  <a:pt x="0" y="417830"/>
                </a:lnTo>
                <a:lnTo>
                  <a:pt x="239090" y="417830"/>
                </a:lnTo>
                <a:lnTo>
                  <a:pt x="239090" y="334010"/>
                </a:lnTo>
                <a:close/>
              </a:path>
              <a:path w="571500" h="425450">
                <a:moveTo>
                  <a:pt x="571284" y="158026"/>
                </a:moveTo>
                <a:lnTo>
                  <a:pt x="483641" y="158026"/>
                </a:lnTo>
                <a:lnTo>
                  <a:pt x="483641" y="288251"/>
                </a:lnTo>
                <a:lnTo>
                  <a:pt x="482574" y="300850"/>
                </a:lnTo>
                <a:lnTo>
                  <a:pt x="457593" y="339318"/>
                </a:lnTo>
                <a:lnTo>
                  <a:pt x="423316" y="348945"/>
                </a:lnTo>
                <a:lnTo>
                  <a:pt x="410311" y="347891"/>
                </a:lnTo>
                <a:lnTo>
                  <a:pt x="371957" y="322961"/>
                </a:lnTo>
                <a:lnTo>
                  <a:pt x="362610" y="288251"/>
                </a:lnTo>
                <a:lnTo>
                  <a:pt x="363702" y="275399"/>
                </a:lnTo>
                <a:lnTo>
                  <a:pt x="389267" y="236639"/>
                </a:lnTo>
                <a:lnTo>
                  <a:pt x="423316" y="226923"/>
                </a:lnTo>
                <a:lnTo>
                  <a:pt x="435483" y="228003"/>
                </a:lnTo>
                <a:lnTo>
                  <a:pt x="473798" y="253365"/>
                </a:lnTo>
                <a:lnTo>
                  <a:pt x="483641" y="288251"/>
                </a:lnTo>
                <a:lnTo>
                  <a:pt x="483641" y="158026"/>
                </a:lnTo>
                <a:lnTo>
                  <a:pt x="481660" y="158026"/>
                </a:lnTo>
                <a:lnTo>
                  <a:pt x="481660" y="182854"/>
                </a:lnTo>
                <a:lnTo>
                  <a:pt x="463765" y="168681"/>
                </a:lnTo>
                <a:lnTo>
                  <a:pt x="443611" y="158559"/>
                </a:lnTo>
                <a:lnTo>
                  <a:pt x="421182" y="152488"/>
                </a:lnTo>
                <a:lnTo>
                  <a:pt x="396506" y="150456"/>
                </a:lnTo>
                <a:lnTo>
                  <a:pt x="369620" y="152958"/>
                </a:lnTo>
                <a:lnTo>
                  <a:pt x="323253" y="172948"/>
                </a:lnTo>
                <a:lnTo>
                  <a:pt x="287845" y="211543"/>
                </a:lnTo>
                <a:lnTo>
                  <a:pt x="269671" y="260451"/>
                </a:lnTo>
                <a:lnTo>
                  <a:pt x="267398" y="288251"/>
                </a:lnTo>
                <a:lnTo>
                  <a:pt x="269671" y="315988"/>
                </a:lnTo>
                <a:lnTo>
                  <a:pt x="287845" y="364705"/>
                </a:lnTo>
                <a:lnTo>
                  <a:pt x="323253" y="403085"/>
                </a:lnTo>
                <a:lnTo>
                  <a:pt x="369620" y="422935"/>
                </a:lnTo>
                <a:lnTo>
                  <a:pt x="396506" y="425424"/>
                </a:lnTo>
                <a:lnTo>
                  <a:pt x="421182" y="423113"/>
                </a:lnTo>
                <a:lnTo>
                  <a:pt x="443611" y="416179"/>
                </a:lnTo>
                <a:lnTo>
                  <a:pt x="463765" y="404609"/>
                </a:lnTo>
                <a:lnTo>
                  <a:pt x="481660" y="388429"/>
                </a:lnTo>
                <a:lnTo>
                  <a:pt x="482650" y="388429"/>
                </a:lnTo>
                <a:lnTo>
                  <a:pt x="482650" y="417842"/>
                </a:lnTo>
                <a:lnTo>
                  <a:pt x="571284" y="417842"/>
                </a:lnTo>
                <a:lnTo>
                  <a:pt x="571284" y="388429"/>
                </a:lnTo>
                <a:lnTo>
                  <a:pt x="571284" y="348945"/>
                </a:lnTo>
                <a:lnTo>
                  <a:pt x="571284" y="226923"/>
                </a:lnTo>
                <a:lnTo>
                  <a:pt x="571284" y="182854"/>
                </a:lnTo>
                <a:lnTo>
                  <a:pt x="571284" y="1580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13671934" y="326793"/>
            <a:ext cx="304165" cy="443230"/>
          </a:xfrm>
          <a:custGeom>
            <a:avLst/>
            <a:gdLst/>
            <a:ahLst/>
            <a:cxnLst/>
            <a:rect l="l" t="t" r="r" b="b"/>
            <a:pathLst>
              <a:path w="304165" h="443230">
                <a:moveTo>
                  <a:pt x="264331" y="406174"/>
                </a:moveTo>
                <a:lnTo>
                  <a:pt x="89628" y="406174"/>
                </a:lnTo>
                <a:lnTo>
                  <a:pt x="107456" y="422365"/>
                </a:lnTo>
                <a:lnTo>
                  <a:pt x="127568" y="433926"/>
                </a:lnTo>
                <a:lnTo>
                  <a:pt x="149967" y="440860"/>
                </a:lnTo>
                <a:lnTo>
                  <a:pt x="174656" y="443171"/>
                </a:lnTo>
                <a:lnTo>
                  <a:pt x="201541" y="440691"/>
                </a:lnTo>
                <a:lnTo>
                  <a:pt x="225958" y="433247"/>
                </a:lnTo>
                <a:lnTo>
                  <a:pt x="247907" y="420834"/>
                </a:lnTo>
                <a:lnTo>
                  <a:pt x="264331" y="406174"/>
                </a:lnTo>
                <a:close/>
              </a:path>
              <a:path w="304165" h="443230">
                <a:moveTo>
                  <a:pt x="89628" y="0"/>
                </a:moveTo>
                <a:lnTo>
                  <a:pt x="0" y="0"/>
                </a:lnTo>
                <a:lnTo>
                  <a:pt x="0" y="435598"/>
                </a:lnTo>
                <a:lnTo>
                  <a:pt x="88633" y="435598"/>
                </a:lnTo>
                <a:lnTo>
                  <a:pt x="88633" y="406174"/>
                </a:lnTo>
                <a:lnTo>
                  <a:pt x="264331" y="406174"/>
                </a:lnTo>
                <a:lnTo>
                  <a:pt x="267388" y="403445"/>
                </a:lnTo>
                <a:lnTo>
                  <a:pt x="283355" y="382462"/>
                </a:lnTo>
                <a:lnTo>
                  <a:pt x="291091" y="366699"/>
                </a:lnTo>
                <a:lnTo>
                  <a:pt x="147848" y="366699"/>
                </a:lnTo>
                <a:lnTo>
                  <a:pt x="135465" y="365646"/>
                </a:lnTo>
                <a:lnTo>
                  <a:pt x="135323" y="365646"/>
                </a:lnTo>
                <a:lnTo>
                  <a:pt x="124085" y="362484"/>
                </a:lnTo>
                <a:lnTo>
                  <a:pt x="91855" y="330065"/>
                </a:lnTo>
                <a:lnTo>
                  <a:pt x="87638" y="306000"/>
                </a:lnTo>
                <a:lnTo>
                  <a:pt x="88721" y="293151"/>
                </a:lnTo>
                <a:lnTo>
                  <a:pt x="114258" y="254390"/>
                </a:lnTo>
                <a:lnTo>
                  <a:pt x="147848" y="244674"/>
                </a:lnTo>
                <a:lnTo>
                  <a:pt x="290872" y="244674"/>
                </a:lnTo>
                <a:lnTo>
                  <a:pt x="283355" y="229289"/>
                </a:lnTo>
                <a:lnTo>
                  <a:pt x="267388" y="208179"/>
                </a:lnTo>
                <a:lnTo>
                  <a:pt x="258948" y="200605"/>
                </a:lnTo>
                <a:lnTo>
                  <a:pt x="89628" y="200605"/>
                </a:lnTo>
                <a:lnTo>
                  <a:pt x="89628" y="0"/>
                </a:lnTo>
                <a:close/>
              </a:path>
              <a:path w="304165" h="443230">
                <a:moveTo>
                  <a:pt x="290872" y="244674"/>
                </a:moveTo>
                <a:lnTo>
                  <a:pt x="147848" y="244674"/>
                </a:lnTo>
                <a:lnTo>
                  <a:pt x="160228" y="245756"/>
                </a:lnTo>
                <a:lnTo>
                  <a:pt x="171579" y="248997"/>
                </a:lnTo>
                <a:lnTo>
                  <a:pt x="204297" y="281521"/>
                </a:lnTo>
                <a:lnTo>
                  <a:pt x="208673" y="306000"/>
                </a:lnTo>
                <a:lnTo>
                  <a:pt x="207641" y="318603"/>
                </a:lnTo>
                <a:lnTo>
                  <a:pt x="182871" y="357210"/>
                </a:lnTo>
                <a:lnTo>
                  <a:pt x="147848" y="366699"/>
                </a:lnTo>
                <a:lnTo>
                  <a:pt x="291091" y="366699"/>
                </a:lnTo>
                <a:lnTo>
                  <a:pt x="294760" y="359225"/>
                </a:lnTo>
                <a:lnTo>
                  <a:pt x="301603" y="333737"/>
                </a:lnTo>
                <a:lnTo>
                  <a:pt x="303884" y="306000"/>
                </a:lnTo>
                <a:lnTo>
                  <a:pt x="301603" y="278202"/>
                </a:lnTo>
                <a:lnTo>
                  <a:pt x="294760" y="252631"/>
                </a:lnTo>
                <a:lnTo>
                  <a:pt x="290872" y="244674"/>
                </a:lnTo>
                <a:close/>
              </a:path>
              <a:path w="304165" h="443230">
                <a:moveTo>
                  <a:pt x="174656" y="168209"/>
                </a:moveTo>
                <a:lnTo>
                  <a:pt x="149967" y="170233"/>
                </a:lnTo>
                <a:lnTo>
                  <a:pt x="127568" y="176307"/>
                </a:lnTo>
                <a:lnTo>
                  <a:pt x="107456" y="186431"/>
                </a:lnTo>
                <a:lnTo>
                  <a:pt x="89628" y="200605"/>
                </a:lnTo>
                <a:lnTo>
                  <a:pt x="258948" y="200605"/>
                </a:lnTo>
                <a:lnTo>
                  <a:pt x="247907" y="190699"/>
                </a:lnTo>
                <a:lnTo>
                  <a:pt x="225958" y="178208"/>
                </a:lnTo>
                <a:lnTo>
                  <a:pt x="201541" y="170709"/>
                </a:lnTo>
                <a:lnTo>
                  <a:pt x="174656" y="1682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12146357" y="815262"/>
            <a:ext cx="1782445" cy="557530"/>
          </a:xfrm>
          <a:custGeom>
            <a:avLst/>
            <a:gdLst/>
            <a:ahLst/>
            <a:cxnLst/>
            <a:rect l="l" t="t" r="r" b="b"/>
            <a:pathLst>
              <a:path w="1782444" h="557530">
                <a:moveTo>
                  <a:pt x="343852" y="425411"/>
                </a:moveTo>
                <a:lnTo>
                  <a:pt x="206286" y="260311"/>
                </a:lnTo>
                <a:lnTo>
                  <a:pt x="199986" y="252730"/>
                </a:lnTo>
                <a:lnTo>
                  <a:pt x="218732" y="245249"/>
                </a:lnTo>
                <a:lnTo>
                  <a:pt x="235407" y="235458"/>
                </a:lnTo>
                <a:lnTo>
                  <a:pt x="272351" y="192900"/>
                </a:lnTo>
                <a:lnTo>
                  <a:pt x="284187" y="153809"/>
                </a:lnTo>
                <a:lnTo>
                  <a:pt x="285635" y="131699"/>
                </a:lnTo>
                <a:lnTo>
                  <a:pt x="283260" y="103517"/>
                </a:lnTo>
                <a:lnTo>
                  <a:pt x="277749" y="84378"/>
                </a:lnTo>
                <a:lnTo>
                  <a:pt x="277647" y="84035"/>
                </a:lnTo>
                <a:lnTo>
                  <a:pt x="277558" y="83718"/>
                </a:lnTo>
                <a:lnTo>
                  <a:pt x="247650" y="39712"/>
                </a:lnTo>
                <a:lnTo>
                  <a:pt x="204076" y="15608"/>
                </a:lnTo>
                <a:lnTo>
                  <a:pt x="185331" y="11264"/>
                </a:lnTo>
                <a:lnTo>
                  <a:pt x="185331" y="138277"/>
                </a:lnTo>
                <a:lnTo>
                  <a:pt x="185013" y="145580"/>
                </a:lnTo>
                <a:lnTo>
                  <a:pt x="163360" y="183959"/>
                </a:lnTo>
                <a:lnTo>
                  <a:pt x="122555" y="192747"/>
                </a:lnTo>
                <a:lnTo>
                  <a:pt x="115125" y="192900"/>
                </a:lnTo>
                <a:lnTo>
                  <a:pt x="95211" y="192900"/>
                </a:lnTo>
                <a:lnTo>
                  <a:pt x="95211" y="83540"/>
                </a:lnTo>
                <a:lnTo>
                  <a:pt x="115125" y="83540"/>
                </a:lnTo>
                <a:lnTo>
                  <a:pt x="122555" y="83718"/>
                </a:lnTo>
                <a:lnTo>
                  <a:pt x="134708" y="84378"/>
                </a:lnTo>
                <a:lnTo>
                  <a:pt x="141630" y="85585"/>
                </a:lnTo>
                <a:lnTo>
                  <a:pt x="149339" y="87642"/>
                </a:lnTo>
                <a:lnTo>
                  <a:pt x="157086" y="89623"/>
                </a:lnTo>
                <a:lnTo>
                  <a:pt x="184048" y="124193"/>
                </a:lnTo>
                <a:lnTo>
                  <a:pt x="185331" y="138277"/>
                </a:lnTo>
                <a:lnTo>
                  <a:pt x="185331" y="11264"/>
                </a:lnTo>
                <a:lnTo>
                  <a:pt x="178104" y="9575"/>
                </a:lnTo>
                <a:lnTo>
                  <a:pt x="149339" y="7569"/>
                </a:lnTo>
                <a:lnTo>
                  <a:pt x="0" y="7569"/>
                </a:lnTo>
                <a:lnTo>
                  <a:pt x="0" y="425411"/>
                </a:lnTo>
                <a:lnTo>
                  <a:pt x="95211" y="425411"/>
                </a:lnTo>
                <a:lnTo>
                  <a:pt x="95211" y="260311"/>
                </a:lnTo>
                <a:lnTo>
                  <a:pt x="222821" y="425411"/>
                </a:lnTo>
                <a:lnTo>
                  <a:pt x="343852" y="425411"/>
                </a:lnTo>
                <a:close/>
              </a:path>
              <a:path w="1782444" h="557530">
                <a:moveTo>
                  <a:pt x="625944" y="295808"/>
                </a:moveTo>
                <a:lnTo>
                  <a:pt x="616267" y="237109"/>
                </a:lnTo>
                <a:lnTo>
                  <a:pt x="587209" y="193763"/>
                </a:lnTo>
                <a:lnTo>
                  <a:pt x="542709" y="166954"/>
                </a:lnTo>
                <a:lnTo>
                  <a:pt x="538429" y="165874"/>
                </a:lnTo>
                <a:lnTo>
                  <a:pt x="538429" y="258318"/>
                </a:lnTo>
                <a:lnTo>
                  <a:pt x="439623" y="258318"/>
                </a:lnTo>
                <a:lnTo>
                  <a:pt x="460921" y="222808"/>
                </a:lnTo>
                <a:lnTo>
                  <a:pt x="489280" y="216242"/>
                </a:lnTo>
                <a:lnTo>
                  <a:pt x="499567" y="216966"/>
                </a:lnTo>
                <a:lnTo>
                  <a:pt x="499110" y="216966"/>
                </a:lnTo>
                <a:lnTo>
                  <a:pt x="507657" y="218973"/>
                </a:lnTo>
                <a:lnTo>
                  <a:pt x="536257" y="248742"/>
                </a:lnTo>
                <a:lnTo>
                  <a:pt x="538429" y="258318"/>
                </a:lnTo>
                <a:lnTo>
                  <a:pt x="538429" y="165874"/>
                </a:lnTo>
                <a:lnTo>
                  <a:pt x="516128" y="160248"/>
                </a:lnTo>
                <a:lnTo>
                  <a:pt x="486664" y="158013"/>
                </a:lnTo>
                <a:lnTo>
                  <a:pt x="458343" y="160553"/>
                </a:lnTo>
                <a:lnTo>
                  <a:pt x="407949" y="180848"/>
                </a:lnTo>
                <a:lnTo>
                  <a:pt x="367499" y="219875"/>
                </a:lnTo>
                <a:lnTo>
                  <a:pt x="346532" y="268465"/>
                </a:lnTo>
                <a:lnTo>
                  <a:pt x="343903" y="295808"/>
                </a:lnTo>
                <a:lnTo>
                  <a:pt x="346532" y="323100"/>
                </a:lnTo>
                <a:lnTo>
                  <a:pt x="367499" y="371576"/>
                </a:lnTo>
                <a:lnTo>
                  <a:pt x="407949" y="410349"/>
                </a:lnTo>
                <a:lnTo>
                  <a:pt x="458343" y="430466"/>
                </a:lnTo>
                <a:lnTo>
                  <a:pt x="486664" y="432981"/>
                </a:lnTo>
                <a:lnTo>
                  <a:pt x="530428" y="428739"/>
                </a:lnTo>
                <a:lnTo>
                  <a:pt x="567474" y="416001"/>
                </a:lnTo>
                <a:lnTo>
                  <a:pt x="597827" y="394792"/>
                </a:lnTo>
                <a:lnTo>
                  <a:pt x="621474" y="365074"/>
                </a:lnTo>
                <a:lnTo>
                  <a:pt x="614514" y="361607"/>
                </a:lnTo>
                <a:lnTo>
                  <a:pt x="556552" y="332676"/>
                </a:lnTo>
                <a:lnTo>
                  <a:pt x="520852" y="358330"/>
                </a:lnTo>
                <a:lnTo>
                  <a:pt x="493242" y="361607"/>
                </a:lnTo>
                <a:lnTo>
                  <a:pt x="483057" y="360781"/>
                </a:lnTo>
                <a:lnTo>
                  <a:pt x="447040" y="340982"/>
                </a:lnTo>
                <a:lnTo>
                  <a:pt x="437134" y="307848"/>
                </a:lnTo>
                <a:lnTo>
                  <a:pt x="625449" y="307848"/>
                </a:lnTo>
                <a:lnTo>
                  <a:pt x="625754" y="305866"/>
                </a:lnTo>
                <a:lnTo>
                  <a:pt x="625944" y="301866"/>
                </a:lnTo>
                <a:lnTo>
                  <a:pt x="625944" y="295808"/>
                </a:lnTo>
                <a:close/>
              </a:path>
              <a:path w="1782444" h="557530">
                <a:moveTo>
                  <a:pt x="880224" y="182346"/>
                </a:moveTo>
                <a:lnTo>
                  <a:pt x="840752" y="164096"/>
                </a:lnTo>
                <a:lnTo>
                  <a:pt x="793203" y="158013"/>
                </a:lnTo>
                <a:lnTo>
                  <a:pt x="765454" y="160566"/>
                </a:lnTo>
                <a:lnTo>
                  <a:pt x="715175" y="181000"/>
                </a:lnTo>
                <a:lnTo>
                  <a:pt x="673696" y="220230"/>
                </a:lnTo>
                <a:lnTo>
                  <a:pt x="652043" y="268947"/>
                </a:lnTo>
                <a:lnTo>
                  <a:pt x="649338" y="296303"/>
                </a:lnTo>
                <a:lnTo>
                  <a:pt x="652043" y="323392"/>
                </a:lnTo>
                <a:lnTo>
                  <a:pt x="673696" y="371614"/>
                </a:lnTo>
                <a:lnTo>
                  <a:pt x="715175" y="410349"/>
                </a:lnTo>
                <a:lnTo>
                  <a:pt x="765454" y="430466"/>
                </a:lnTo>
                <a:lnTo>
                  <a:pt x="793203" y="432981"/>
                </a:lnTo>
                <a:lnTo>
                  <a:pt x="805903" y="432562"/>
                </a:lnTo>
                <a:lnTo>
                  <a:pt x="851776" y="423291"/>
                </a:lnTo>
                <a:lnTo>
                  <a:pt x="880224" y="409765"/>
                </a:lnTo>
                <a:lnTo>
                  <a:pt x="849934" y="347446"/>
                </a:lnTo>
                <a:lnTo>
                  <a:pt x="845350" y="350431"/>
                </a:lnTo>
                <a:lnTo>
                  <a:pt x="841933" y="352513"/>
                </a:lnTo>
                <a:lnTo>
                  <a:pt x="836587" y="354584"/>
                </a:lnTo>
                <a:lnTo>
                  <a:pt x="822134" y="358622"/>
                </a:lnTo>
                <a:lnTo>
                  <a:pt x="814463" y="359613"/>
                </a:lnTo>
                <a:lnTo>
                  <a:pt x="806361" y="359613"/>
                </a:lnTo>
                <a:lnTo>
                  <a:pt x="762800" y="340868"/>
                </a:lnTo>
                <a:lnTo>
                  <a:pt x="744550" y="295186"/>
                </a:lnTo>
                <a:lnTo>
                  <a:pt x="745680" y="282511"/>
                </a:lnTo>
                <a:lnTo>
                  <a:pt x="772363" y="241935"/>
                </a:lnTo>
                <a:lnTo>
                  <a:pt x="806361" y="231381"/>
                </a:lnTo>
                <a:lnTo>
                  <a:pt x="819137" y="232143"/>
                </a:lnTo>
                <a:lnTo>
                  <a:pt x="830668" y="234429"/>
                </a:lnTo>
                <a:lnTo>
                  <a:pt x="840930" y="238226"/>
                </a:lnTo>
                <a:lnTo>
                  <a:pt x="849934" y="243547"/>
                </a:lnTo>
                <a:lnTo>
                  <a:pt x="880224" y="182346"/>
                </a:lnTo>
                <a:close/>
              </a:path>
              <a:path w="1782444" h="557530">
                <a:moveTo>
                  <a:pt x="1212583" y="298297"/>
                </a:moveTo>
                <a:lnTo>
                  <a:pt x="1196454" y="246532"/>
                </a:lnTo>
                <a:lnTo>
                  <a:pt x="1168844" y="217208"/>
                </a:lnTo>
                <a:lnTo>
                  <a:pt x="1134262" y="193738"/>
                </a:lnTo>
                <a:lnTo>
                  <a:pt x="1080262" y="169189"/>
                </a:lnTo>
                <a:lnTo>
                  <a:pt x="1074496" y="166446"/>
                </a:lnTo>
                <a:lnTo>
                  <a:pt x="1037272" y="143764"/>
                </a:lnTo>
                <a:lnTo>
                  <a:pt x="1027633" y="129806"/>
                </a:lnTo>
                <a:lnTo>
                  <a:pt x="1027633" y="124002"/>
                </a:lnTo>
                <a:lnTo>
                  <a:pt x="1056170" y="89065"/>
                </a:lnTo>
                <a:lnTo>
                  <a:pt x="1077277" y="86512"/>
                </a:lnTo>
                <a:lnTo>
                  <a:pt x="1087081" y="87033"/>
                </a:lnTo>
                <a:lnTo>
                  <a:pt x="1129017" y="98552"/>
                </a:lnTo>
                <a:lnTo>
                  <a:pt x="1161948" y="115443"/>
                </a:lnTo>
                <a:lnTo>
                  <a:pt x="1200429" y="39471"/>
                </a:lnTo>
                <a:lnTo>
                  <a:pt x="1165288" y="19685"/>
                </a:lnTo>
                <a:lnTo>
                  <a:pt x="1120698" y="5588"/>
                </a:lnTo>
                <a:lnTo>
                  <a:pt x="1070698" y="0"/>
                </a:lnTo>
                <a:lnTo>
                  <a:pt x="1044841" y="2222"/>
                </a:lnTo>
                <a:lnTo>
                  <a:pt x="997496" y="20104"/>
                </a:lnTo>
                <a:lnTo>
                  <a:pt x="957846" y="54851"/>
                </a:lnTo>
                <a:lnTo>
                  <a:pt x="937120" y="100787"/>
                </a:lnTo>
                <a:lnTo>
                  <a:pt x="934529" y="127609"/>
                </a:lnTo>
                <a:lnTo>
                  <a:pt x="935812" y="143548"/>
                </a:lnTo>
                <a:lnTo>
                  <a:pt x="955255" y="188188"/>
                </a:lnTo>
                <a:lnTo>
                  <a:pt x="996061" y="225044"/>
                </a:lnTo>
                <a:lnTo>
                  <a:pt x="1050975" y="252526"/>
                </a:lnTo>
                <a:lnTo>
                  <a:pt x="1064628" y="259105"/>
                </a:lnTo>
                <a:lnTo>
                  <a:pt x="1101026" y="282994"/>
                </a:lnTo>
                <a:lnTo>
                  <a:pt x="1108189" y="298107"/>
                </a:lnTo>
                <a:lnTo>
                  <a:pt x="1108189" y="303872"/>
                </a:lnTo>
                <a:lnTo>
                  <a:pt x="1104430" y="321805"/>
                </a:lnTo>
                <a:lnTo>
                  <a:pt x="1093139" y="334606"/>
                </a:lnTo>
                <a:lnTo>
                  <a:pt x="1074318" y="342277"/>
                </a:lnTo>
                <a:lnTo>
                  <a:pt x="1047978" y="344843"/>
                </a:lnTo>
                <a:lnTo>
                  <a:pt x="1037170" y="344017"/>
                </a:lnTo>
                <a:lnTo>
                  <a:pt x="1000074" y="331685"/>
                </a:lnTo>
                <a:lnTo>
                  <a:pt x="962329" y="310705"/>
                </a:lnTo>
                <a:lnTo>
                  <a:pt x="945578" y="297789"/>
                </a:lnTo>
                <a:lnTo>
                  <a:pt x="898029" y="377736"/>
                </a:lnTo>
                <a:lnTo>
                  <a:pt x="932637" y="401167"/>
                </a:lnTo>
                <a:lnTo>
                  <a:pt x="977125" y="421132"/>
                </a:lnTo>
                <a:lnTo>
                  <a:pt x="1014526" y="429831"/>
                </a:lnTo>
                <a:lnTo>
                  <a:pt x="1055065" y="432981"/>
                </a:lnTo>
                <a:lnTo>
                  <a:pt x="1070724" y="432523"/>
                </a:lnTo>
                <a:lnTo>
                  <a:pt x="1114272" y="425653"/>
                </a:lnTo>
                <a:lnTo>
                  <a:pt x="1152512" y="410286"/>
                </a:lnTo>
                <a:lnTo>
                  <a:pt x="1184211" y="385025"/>
                </a:lnTo>
                <a:lnTo>
                  <a:pt x="1205255" y="347129"/>
                </a:lnTo>
                <a:lnTo>
                  <a:pt x="1211770" y="315734"/>
                </a:lnTo>
                <a:lnTo>
                  <a:pt x="1212583" y="298297"/>
                </a:lnTo>
                <a:close/>
              </a:path>
              <a:path w="1782444" h="557530">
                <a:moveTo>
                  <a:pt x="1557426" y="165595"/>
                </a:moveTo>
                <a:lnTo>
                  <a:pt x="1454150" y="165595"/>
                </a:lnTo>
                <a:lnTo>
                  <a:pt x="1392326" y="298792"/>
                </a:lnTo>
                <a:lnTo>
                  <a:pt x="1319961" y="165595"/>
                </a:lnTo>
                <a:lnTo>
                  <a:pt x="1216558" y="165595"/>
                </a:lnTo>
                <a:lnTo>
                  <a:pt x="1339697" y="384937"/>
                </a:lnTo>
                <a:lnTo>
                  <a:pt x="1250073" y="557110"/>
                </a:lnTo>
                <a:lnTo>
                  <a:pt x="1353350" y="557110"/>
                </a:lnTo>
                <a:lnTo>
                  <a:pt x="1557426" y="165595"/>
                </a:lnTo>
                <a:close/>
              </a:path>
              <a:path w="1782444" h="557530">
                <a:moveTo>
                  <a:pt x="1782343" y="344347"/>
                </a:moveTo>
                <a:lnTo>
                  <a:pt x="1771357" y="303961"/>
                </a:lnTo>
                <a:lnTo>
                  <a:pt x="1742655" y="278091"/>
                </a:lnTo>
                <a:lnTo>
                  <a:pt x="1703387" y="261302"/>
                </a:lnTo>
                <a:lnTo>
                  <a:pt x="1701647" y="260985"/>
                </a:lnTo>
                <a:lnTo>
                  <a:pt x="1699171" y="260311"/>
                </a:lnTo>
                <a:lnTo>
                  <a:pt x="1664296" y="243179"/>
                </a:lnTo>
                <a:lnTo>
                  <a:pt x="1662798" y="237807"/>
                </a:lnTo>
                <a:lnTo>
                  <a:pt x="1662798" y="230454"/>
                </a:lnTo>
                <a:lnTo>
                  <a:pt x="1664906" y="226352"/>
                </a:lnTo>
                <a:lnTo>
                  <a:pt x="1673352" y="221945"/>
                </a:lnTo>
                <a:lnTo>
                  <a:pt x="1680552" y="220827"/>
                </a:lnTo>
                <a:lnTo>
                  <a:pt x="1690725" y="220827"/>
                </a:lnTo>
                <a:lnTo>
                  <a:pt x="1704568" y="221843"/>
                </a:lnTo>
                <a:lnTo>
                  <a:pt x="1718792" y="224878"/>
                </a:lnTo>
                <a:lnTo>
                  <a:pt x="1733423" y="229920"/>
                </a:lnTo>
                <a:lnTo>
                  <a:pt x="1748459" y="236969"/>
                </a:lnTo>
                <a:lnTo>
                  <a:pt x="1777746" y="178257"/>
                </a:lnTo>
                <a:lnTo>
                  <a:pt x="1734667" y="163106"/>
                </a:lnTo>
                <a:lnTo>
                  <a:pt x="1690725" y="158013"/>
                </a:lnTo>
                <a:lnTo>
                  <a:pt x="1665935" y="159397"/>
                </a:lnTo>
                <a:lnTo>
                  <a:pt x="1624469" y="170459"/>
                </a:lnTo>
                <a:lnTo>
                  <a:pt x="1584896" y="206463"/>
                </a:lnTo>
                <a:lnTo>
                  <a:pt x="1577263" y="241566"/>
                </a:lnTo>
                <a:lnTo>
                  <a:pt x="1578152" y="254088"/>
                </a:lnTo>
                <a:lnTo>
                  <a:pt x="1599133" y="291642"/>
                </a:lnTo>
                <a:lnTo>
                  <a:pt x="1635188" y="315061"/>
                </a:lnTo>
                <a:lnTo>
                  <a:pt x="1664347" y="326580"/>
                </a:lnTo>
                <a:lnTo>
                  <a:pt x="1670989" y="329387"/>
                </a:lnTo>
                <a:lnTo>
                  <a:pt x="1676387" y="332041"/>
                </a:lnTo>
                <a:lnTo>
                  <a:pt x="1680552" y="334543"/>
                </a:lnTo>
                <a:lnTo>
                  <a:pt x="1685264" y="337705"/>
                </a:lnTo>
                <a:lnTo>
                  <a:pt x="1687626" y="342176"/>
                </a:lnTo>
                <a:lnTo>
                  <a:pt x="1687626" y="347941"/>
                </a:lnTo>
                <a:lnTo>
                  <a:pt x="1685886" y="356158"/>
                </a:lnTo>
                <a:lnTo>
                  <a:pt x="1680667" y="362013"/>
                </a:lnTo>
                <a:lnTo>
                  <a:pt x="1671980" y="365518"/>
                </a:lnTo>
                <a:lnTo>
                  <a:pt x="1659826" y="366687"/>
                </a:lnTo>
                <a:lnTo>
                  <a:pt x="1653197" y="366179"/>
                </a:lnTo>
                <a:lnTo>
                  <a:pt x="1615313" y="350875"/>
                </a:lnTo>
                <a:lnTo>
                  <a:pt x="1595513" y="336778"/>
                </a:lnTo>
                <a:lnTo>
                  <a:pt x="1559026" y="398094"/>
                </a:lnTo>
                <a:lnTo>
                  <a:pt x="1594650" y="420090"/>
                </a:lnTo>
                <a:lnTo>
                  <a:pt x="1632089" y="430834"/>
                </a:lnTo>
                <a:lnTo>
                  <a:pt x="1659318" y="432981"/>
                </a:lnTo>
                <a:lnTo>
                  <a:pt x="1713141" y="427443"/>
                </a:lnTo>
                <a:lnTo>
                  <a:pt x="1751584" y="410819"/>
                </a:lnTo>
                <a:lnTo>
                  <a:pt x="1774647" y="383120"/>
                </a:lnTo>
                <a:lnTo>
                  <a:pt x="1782343" y="3443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5" name="object 85" descr=""/>
          <p:cNvGrpSpPr/>
          <p:nvPr/>
        </p:nvGrpSpPr>
        <p:grpSpPr>
          <a:xfrm>
            <a:off x="502852" y="18452372"/>
            <a:ext cx="6501130" cy="1004569"/>
            <a:chOff x="502852" y="18452372"/>
            <a:chExt cx="6501130" cy="1004569"/>
          </a:xfrm>
        </p:grpSpPr>
        <p:pic>
          <p:nvPicPr>
            <p:cNvPr id="86" name="object 86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2852" y="19054094"/>
              <a:ext cx="337804" cy="325293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02852" y="18514037"/>
              <a:ext cx="337804" cy="337803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354480" y="18750499"/>
              <a:ext cx="1649081" cy="678737"/>
            </a:xfrm>
            <a:prstGeom prst="rect">
              <a:avLst/>
            </a:prstGeom>
          </p:spPr>
        </p:pic>
        <p:sp>
          <p:nvSpPr>
            <p:cNvPr id="89" name="object 89" descr=""/>
            <p:cNvSpPr/>
            <p:nvPr/>
          </p:nvSpPr>
          <p:spPr>
            <a:xfrm>
              <a:off x="3989781" y="18452375"/>
              <a:ext cx="173355" cy="1004569"/>
            </a:xfrm>
            <a:custGeom>
              <a:avLst/>
              <a:gdLst/>
              <a:ahLst/>
              <a:cxnLst/>
              <a:rect l="l" t="t" r="r" b="b"/>
              <a:pathLst>
                <a:path w="173354" h="1004569">
                  <a:moveTo>
                    <a:pt x="34632" y="623468"/>
                  </a:moveTo>
                  <a:lnTo>
                    <a:pt x="0" y="623468"/>
                  </a:lnTo>
                  <a:lnTo>
                    <a:pt x="0" y="658101"/>
                  </a:lnTo>
                  <a:lnTo>
                    <a:pt x="34632" y="658101"/>
                  </a:lnTo>
                  <a:lnTo>
                    <a:pt x="34632" y="623468"/>
                  </a:lnTo>
                  <a:close/>
                </a:path>
                <a:path w="173354" h="1004569">
                  <a:moveTo>
                    <a:pt x="34632" y="450278"/>
                  </a:moveTo>
                  <a:lnTo>
                    <a:pt x="0" y="450278"/>
                  </a:lnTo>
                  <a:lnTo>
                    <a:pt x="0" y="484911"/>
                  </a:lnTo>
                  <a:lnTo>
                    <a:pt x="34632" y="484911"/>
                  </a:lnTo>
                  <a:lnTo>
                    <a:pt x="34632" y="450278"/>
                  </a:lnTo>
                  <a:close/>
                </a:path>
                <a:path w="173354" h="1004569">
                  <a:moveTo>
                    <a:pt x="69278" y="692734"/>
                  </a:moveTo>
                  <a:lnTo>
                    <a:pt x="34632" y="692734"/>
                  </a:lnTo>
                  <a:lnTo>
                    <a:pt x="34632" y="727367"/>
                  </a:lnTo>
                  <a:lnTo>
                    <a:pt x="69278" y="727367"/>
                  </a:lnTo>
                  <a:lnTo>
                    <a:pt x="69278" y="692734"/>
                  </a:lnTo>
                  <a:close/>
                </a:path>
                <a:path w="173354" h="1004569">
                  <a:moveTo>
                    <a:pt x="138544" y="831278"/>
                  </a:moveTo>
                  <a:lnTo>
                    <a:pt x="103911" y="831278"/>
                  </a:lnTo>
                  <a:lnTo>
                    <a:pt x="69278" y="831278"/>
                  </a:lnTo>
                  <a:lnTo>
                    <a:pt x="69278" y="935189"/>
                  </a:lnTo>
                  <a:lnTo>
                    <a:pt x="103911" y="935189"/>
                  </a:lnTo>
                  <a:lnTo>
                    <a:pt x="138544" y="935189"/>
                  </a:lnTo>
                  <a:lnTo>
                    <a:pt x="138544" y="831278"/>
                  </a:lnTo>
                  <a:close/>
                </a:path>
                <a:path w="173354" h="1004569">
                  <a:moveTo>
                    <a:pt x="138544" y="762012"/>
                  </a:moveTo>
                  <a:lnTo>
                    <a:pt x="103911" y="762012"/>
                  </a:lnTo>
                  <a:lnTo>
                    <a:pt x="69278" y="762012"/>
                  </a:lnTo>
                  <a:lnTo>
                    <a:pt x="34632" y="762012"/>
                  </a:lnTo>
                  <a:lnTo>
                    <a:pt x="0" y="762012"/>
                  </a:lnTo>
                  <a:lnTo>
                    <a:pt x="0" y="1004468"/>
                  </a:lnTo>
                  <a:lnTo>
                    <a:pt x="34632" y="1004468"/>
                  </a:lnTo>
                  <a:lnTo>
                    <a:pt x="69278" y="1004468"/>
                  </a:lnTo>
                  <a:lnTo>
                    <a:pt x="103911" y="1004468"/>
                  </a:lnTo>
                  <a:lnTo>
                    <a:pt x="138544" y="1004468"/>
                  </a:lnTo>
                  <a:lnTo>
                    <a:pt x="138544" y="969822"/>
                  </a:lnTo>
                  <a:lnTo>
                    <a:pt x="103911" y="969822"/>
                  </a:lnTo>
                  <a:lnTo>
                    <a:pt x="69278" y="969822"/>
                  </a:lnTo>
                  <a:lnTo>
                    <a:pt x="34632" y="969822"/>
                  </a:lnTo>
                  <a:lnTo>
                    <a:pt x="34632" y="796645"/>
                  </a:lnTo>
                  <a:lnTo>
                    <a:pt x="69278" y="796645"/>
                  </a:lnTo>
                  <a:lnTo>
                    <a:pt x="103911" y="796645"/>
                  </a:lnTo>
                  <a:lnTo>
                    <a:pt x="138544" y="796645"/>
                  </a:lnTo>
                  <a:lnTo>
                    <a:pt x="138544" y="762012"/>
                  </a:lnTo>
                  <a:close/>
                </a:path>
                <a:path w="173354" h="1004569">
                  <a:moveTo>
                    <a:pt x="138544" y="658101"/>
                  </a:moveTo>
                  <a:lnTo>
                    <a:pt x="103911" y="658101"/>
                  </a:lnTo>
                  <a:lnTo>
                    <a:pt x="69278" y="658101"/>
                  </a:lnTo>
                  <a:lnTo>
                    <a:pt x="69278" y="692734"/>
                  </a:lnTo>
                  <a:lnTo>
                    <a:pt x="103911" y="692734"/>
                  </a:lnTo>
                  <a:lnTo>
                    <a:pt x="103911" y="727367"/>
                  </a:lnTo>
                  <a:lnTo>
                    <a:pt x="138544" y="727367"/>
                  </a:lnTo>
                  <a:lnTo>
                    <a:pt x="138544" y="658101"/>
                  </a:lnTo>
                  <a:close/>
                </a:path>
                <a:path w="173354" h="1004569">
                  <a:moveTo>
                    <a:pt x="138544" y="588822"/>
                  </a:moveTo>
                  <a:lnTo>
                    <a:pt x="103911" y="588822"/>
                  </a:lnTo>
                  <a:lnTo>
                    <a:pt x="103911" y="623468"/>
                  </a:lnTo>
                  <a:lnTo>
                    <a:pt x="138544" y="623468"/>
                  </a:lnTo>
                  <a:lnTo>
                    <a:pt x="138544" y="588822"/>
                  </a:lnTo>
                  <a:close/>
                </a:path>
                <a:path w="173354" h="1004569">
                  <a:moveTo>
                    <a:pt x="138544" y="277088"/>
                  </a:moveTo>
                  <a:lnTo>
                    <a:pt x="103911" y="277088"/>
                  </a:lnTo>
                  <a:lnTo>
                    <a:pt x="69278" y="277088"/>
                  </a:lnTo>
                  <a:lnTo>
                    <a:pt x="69278" y="311734"/>
                  </a:lnTo>
                  <a:lnTo>
                    <a:pt x="69278" y="346367"/>
                  </a:lnTo>
                  <a:lnTo>
                    <a:pt x="69278" y="381000"/>
                  </a:lnTo>
                  <a:lnTo>
                    <a:pt x="34632" y="381000"/>
                  </a:lnTo>
                  <a:lnTo>
                    <a:pt x="34632" y="346367"/>
                  </a:lnTo>
                  <a:lnTo>
                    <a:pt x="69278" y="346367"/>
                  </a:lnTo>
                  <a:lnTo>
                    <a:pt x="69278" y="311734"/>
                  </a:lnTo>
                  <a:lnTo>
                    <a:pt x="34632" y="311734"/>
                  </a:lnTo>
                  <a:lnTo>
                    <a:pt x="34632" y="277088"/>
                  </a:lnTo>
                  <a:lnTo>
                    <a:pt x="0" y="277088"/>
                  </a:lnTo>
                  <a:lnTo>
                    <a:pt x="0" y="415645"/>
                  </a:lnTo>
                  <a:lnTo>
                    <a:pt x="34632" y="415645"/>
                  </a:lnTo>
                  <a:lnTo>
                    <a:pt x="69278" y="415645"/>
                  </a:lnTo>
                  <a:lnTo>
                    <a:pt x="69278" y="554189"/>
                  </a:lnTo>
                  <a:lnTo>
                    <a:pt x="34632" y="554189"/>
                  </a:lnTo>
                  <a:lnTo>
                    <a:pt x="0" y="554189"/>
                  </a:lnTo>
                  <a:lnTo>
                    <a:pt x="0" y="588822"/>
                  </a:lnTo>
                  <a:lnTo>
                    <a:pt x="34632" y="588822"/>
                  </a:lnTo>
                  <a:lnTo>
                    <a:pt x="34632" y="623468"/>
                  </a:lnTo>
                  <a:lnTo>
                    <a:pt x="69278" y="623468"/>
                  </a:lnTo>
                  <a:lnTo>
                    <a:pt x="69278" y="588822"/>
                  </a:lnTo>
                  <a:lnTo>
                    <a:pt x="103911" y="588822"/>
                  </a:lnTo>
                  <a:lnTo>
                    <a:pt x="103911" y="554189"/>
                  </a:lnTo>
                  <a:lnTo>
                    <a:pt x="138544" y="554189"/>
                  </a:lnTo>
                  <a:lnTo>
                    <a:pt x="138544" y="519557"/>
                  </a:lnTo>
                  <a:lnTo>
                    <a:pt x="103911" y="519557"/>
                  </a:lnTo>
                  <a:lnTo>
                    <a:pt x="103911" y="484911"/>
                  </a:lnTo>
                  <a:lnTo>
                    <a:pt x="138544" y="484911"/>
                  </a:lnTo>
                  <a:lnTo>
                    <a:pt x="138544" y="450278"/>
                  </a:lnTo>
                  <a:lnTo>
                    <a:pt x="103911" y="450278"/>
                  </a:lnTo>
                  <a:lnTo>
                    <a:pt x="103911" y="415645"/>
                  </a:lnTo>
                  <a:lnTo>
                    <a:pt x="138544" y="415645"/>
                  </a:lnTo>
                  <a:lnTo>
                    <a:pt x="138544" y="381000"/>
                  </a:lnTo>
                  <a:lnTo>
                    <a:pt x="103911" y="381000"/>
                  </a:lnTo>
                  <a:lnTo>
                    <a:pt x="103911" y="311734"/>
                  </a:lnTo>
                  <a:lnTo>
                    <a:pt x="138544" y="311734"/>
                  </a:lnTo>
                  <a:lnTo>
                    <a:pt x="138544" y="277088"/>
                  </a:lnTo>
                  <a:close/>
                </a:path>
                <a:path w="173354" h="1004569">
                  <a:moveTo>
                    <a:pt x="173177" y="346367"/>
                  </a:moveTo>
                  <a:lnTo>
                    <a:pt x="138544" y="346367"/>
                  </a:lnTo>
                  <a:lnTo>
                    <a:pt x="138544" y="381000"/>
                  </a:lnTo>
                  <a:lnTo>
                    <a:pt x="173177" y="381000"/>
                  </a:lnTo>
                  <a:lnTo>
                    <a:pt x="173177" y="346367"/>
                  </a:lnTo>
                  <a:close/>
                </a:path>
                <a:path w="173354" h="1004569">
                  <a:moveTo>
                    <a:pt x="173177" y="69278"/>
                  </a:moveTo>
                  <a:lnTo>
                    <a:pt x="138544" y="69278"/>
                  </a:lnTo>
                  <a:lnTo>
                    <a:pt x="103911" y="69278"/>
                  </a:lnTo>
                  <a:lnTo>
                    <a:pt x="69278" y="69278"/>
                  </a:lnTo>
                  <a:lnTo>
                    <a:pt x="69278" y="138557"/>
                  </a:lnTo>
                  <a:lnTo>
                    <a:pt x="69278" y="173189"/>
                  </a:lnTo>
                  <a:lnTo>
                    <a:pt x="103911" y="173189"/>
                  </a:lnTo>
                  <a:lnTo>
                    <a:pt x="138544" y="173189"/>
                  </a:lnTo>
                  <a:lnTo>
                    <a:pt x="173177" y="173189"/>
                  </a:lnTo>
                  <a:lnTo>
                    <a:pt x="173177" y="138557"/>
                  </a:lnTo>
                  <a:lnTo>
                    <a:pt x="173177" y="69278"/>
                  </a:lnTo>
                  <a:close/>
                </a:path>
                <a:path w="173354" h="1004569">
                  <a:moveTo>
                    <a:pt x="173177" y="0"/>
                  </a:moveTo>
                  <a:lnTo>
                    <a:pt x="173177" y="0"/>
                  </a:lnTo>
                  <a:lnTo>
                    <a:pt x="0" y="0"/>
                  </a:lnTo>
                  <a:lnTo>
                    <a:pt x="0" y="69278"/>
                  </a:lnTo>
                  <a:lnTo>
                    <a:pt x="0" y="138557"/>
                  </a:lnTo>
                  <a:lnTo>
                    <a:pt x="0" y="242468"/>
                  </a:lnTo>
                  <a:lnTo>
                    <a:pt x="34632" y="242468"/>
                  </a:lnTo>
                  <a:lnTo>
                    <a:pt x="69278" y="242468"/>
                  </a:lnTo>
                  <a:lnTo>
                    <a:pt x="103911" y="242468"/>
                  </a:lnTo>
                  <a:lnTo>
                    <a:pt x="138544" y="242468"/>
                  </a:lnTo>
                  <a:lnTo>
                    <a:pt x="173177" y="242468"/>
                  </a:lnTo>
                  <a:lnTo>
                    <a:pt x="173177" y="207822"/>
                  </a:lnTo>
                  <a:lnTo>
                    <a:pt x="138544" y="207822"/>
                  </a:lnTo>
                  <a:lnTo>
                    <a:pt x="103911" y="207822"/>
                  </a:lnTo>
                  <a:lnTo>
                    <a:pt x="69278" y="207822"/>
                  </a:lnTo>
                  <a:lnTo>
                    <a:pt x="34632" y="207822"/>
                  </a:lnTo>
                  <a:lnTo>
                    <a:pt x="34632" y="138557"/>
                  </a:lnTo>
                  <a:lnTo>
                    <a:pt x="34632" y="69278"/>
                  </a:lnTo>
                  <a:lnTo>
                    <a:pt x="34632" y="34645"/>
                  </a:lnTo>
                  <a:lnTo>
                    <a:pt x="69278" y="34645"/>
                  </a:lnTo>
                  <a:lnTo>
                    <a:pt x="103911" y="34645"/>
                  </a:lnTo>
                  <a:lnTo>
                    <a:pt x="138544" y="34645"/>
                  </a:lnTo>
                  <a:lnTo>
                    <a:pt x="173177" y="34645"/>
                  </a:lnTo>
                  <a:lnTo>
                    <a:pt x="17317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4145652" y="18868009"/>
              <a:ext cx="0" cy="589280"/>
            </a:xfrm>
            <a:custGeom>
              <a:avLst/>
              <a:gdLst/>
              <a:ahLst/>
              <a:cxnLst/>
              <a:rect l="l" t="t" r="r" b="b"/>
              <a:pathLst>
                <a:path w="0" h="589280">
                  <a:moveTo>
                    <a:pt x="0" y="0"/>
                  </a:moveTo>
                  <a:lnTo>
                    <a:pt x="0" y="588821"/>
                  </a:lnTo>
                </a:path>
              </a:pathLst>
            </a:custGeom>
            <a:ln w="34636">
              <a:solidFill>
                <a:srgbClr val="231F20"/>
              </a:solidFill>
              <a:prstDash val="sysDash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4162958" y="18452375"/>
              <a:ext cx="69850" cy="1004569"/>
            </a:xfrm>
            <a:custGeom>
              <a:avLst/>
              <a:gdLst/>
              <a:ahLst/>
              <a:cxnLst/>
              <a:rect l="l" t="t" r="r" b="b"/>
              <a:pathLst>
                <a:path w="69850" h="1004569">
                  <a:moveTo>
                    <a:pt x="34645" y="969822"/>
                  </a:moveTo>
                  <a:lnTo>
                    <a:pt x="0" y="969822"/>
                  </a:lnTo>
                  <a:lnTo>
                    <a:pt x="0" y="1004468"/>
                  </a:lnTo>
                  <a:lnTo>
                    <a:pt x="34645" y="1004468"/>
                  </a:lnTo>
                  <a:lnTo>
                    <a:pt x="34645" y="969822"/>
                  </a:lnTo>
                  <a:close/>
                </a:path>
                <a:path w="69850" h="1004569">
                  <a:moveTo>
                    <a:pt x="34645" y="762012"/>
                  </a:moveTo>
                  <a:lnTo>
                    <a:pt x="0" y="762012"/>
                  </a:lnTo>
                  <a:lnTo>
                    <a:pt x="0" y="796645"/>
                  </a:lnTo>
                  <a:lnTo>
                    <a:pt x="34645" y="796645"/>
                  </a:lnTo>
                  <a:lnTo>
                    <a:pt x="34645" y="762012"/>
                  </a:lnTo>
                  <a:close/>
                </a:path>
                <a:path w="69850" h="1004569">
                  <a:moveTo>
                    <a:pt x="34645" y="658101"/>
                  </a:moveTo>
                  <a:lnTo>
                    <a:pt x="0" y="658101"/>
                  </a:lnTo>
                  <a:lnTo>
                    <a:pt x="0" y="727367"/>
                  </a:lnTo>
                  <a:lnTo>
                    <a:pt x="34645" y="727367"/>
                  </a:lnTo>
                  <a:lnTo>
                    <a:pt x="34645" y="658101"/>
                  </a:lnTo>
                  <a:close/>
                </a:path>
                <a:path w="69850" h="1004569">
                  <a:moveTo>
                    <a:pt x="34645" y="484911"/>
                  </a:moveTo>
                  <a:lnTo>
                    <a:pt x="0" y="484911"/>
                  </a:lnTo>
                  <a:lnTo>
                    <a:pt x="0" y="554189"/>
                  </a:lnTo>
                  <a:lnTo>
                    <a:pt x="34645" y="554189"/>
                  </a:lnTo>
                  <a:lnTo>
                    <a:pt x="34645" y="484911"/>
                  </a:lnTo>
                  <a:close/>
                </a:path>
                <a:path w="69850" h="1004569">
                  <a:moveTo>
                    <a:pt x="34645" y="277088"/>
                  </a:moveTo>
                  <a:lnTo>
                    <a:pt x="0" y="277088"/>
                  </a:lnTo>
                  <a:lnTo>
                    <a:pt x="0" y="346367"/>
                  </a:lnTo>
                  <a:lnTo>
                    <a:pt x="34645" y="346367"/>
                  </a:lnTo>
                  <a:lnTo>
                    <a:pt x="34645" y="277088"/>
                  </a:lnTo>
                  <a:close/>
                </a:path>
                <a:path w="69850" h="1004569">
                  <a:moveTo>
                    <a:pt x="34645" y="207822"/>
                  </a:moveTo>
                  <a:lnTo>
                    <a:pt x="0" y="207822"/>
                  </a:lnTo>
                  <a:lnTo>
                    <a:pt x="0" y="242468"/>
                  </a:lnTo>
                  <a:lnTo>
                    <a:pt x="34645" y="242468"/>
                  </a:lnTo>
                  <a:lnTo>
                    <a:pt x="34645" y="207822"/>
                  </a:lnTo>
                  <a:close/>
                </a:path>
                <a:path w="69850" h="1004569">
                  <a:moveTo>
                    <a:pt x="69278" y="0"/>
                  </a:moveTo>
                  <a:lnTo>
                    <a:pt x="34645" y="0"/>
                  </a:lnTo>
                  <a:lnTo>
                    <a:pt x="0" y="0"/>
                  </a:lnTo>
                  <a:lnTo>
                    <a:pt x="0" y="34645"/>
                  </a:lnTo>
                  <a:lnTo>
                    <a:pt x="34645" y="34645"/>
                  </a:lnTo>
                  <a:lnTo>
                    <a:pt x="34645" y="69278"/>
                  </a:lnTo>
                  <a:lnTo>
                    <a:pt x="34645" y="138557"/>
                  </a:lnTo>
                  <a:lnTo>
                    <a:pt x="69278" y="138557"/>
                  </a:lnTo>
                  <a:lnTo>
                    <a:pt x="69278" y="69278"/>
                  </a:lnTo>
                  <a:lnTo>
                    <a:pt x="69278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4214926" y="18590920"/>
              <a:ext cx="0" cy="589280"/>
            </a:xfrm>
            <a:custGeom>
              <a:avLst/>
              <a:gdLst/>
              <a:ahLst/>
              <a:cxnLst/>
              <a:rect l="l" t="t" r="r" b="b"/>
              <a:pathLst>
                <a:path w="0" h="589280">
                  <a:moveTo>
                    <a:pt x="0" y="0"/>
                  </a:moveTo>
                  <a:lnTo>
                    <a:pt x="0" y="588821"/>
                  </a:lnTo>
                </a:path>
              </a:pathLst>
            </a:custGeom>
            <a:ln w="34636">
              <a:solidFill>
                <a:srgbClr val="231F2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 descr=""/>
            <p:cNvSpPr/>
            <p:nvPr/>
          </p:nvSpPr>
          <p:spPr>
            <a:xfrm>
              <a:off x="4197604" y="18452375"/>
              <a:ext cx="381000" cy="1004569"/>
            </a:xfrm>
            <a:custGeom>
              <a:avLst/>
              <a:gdLst/>
              <a:ahLst/>
              <a:cxnLst/>
              <a:rect l="l" t="t" r="r" b="b"/>
              <a:pathLst>
                <a:path w="381000" h="1004569">
                  <a:moveTo>
                    <a:pt x="34632" y="762012"/>
                  </a:moveTo>
                  <a:lnTo>
                    <a:pt x="0" y="762012"/>
                  </a:lnTo>
                  <a:lnTo>
                    <a:pt x="0" y="1004468"/>
                  </a:lnTo>
                  <a:lnTo>
                    <a:pt x="34632" y="1004468"/>
                  </a:lnTo>
                  <a:lnTo>
                    <a:pt x="34632" y="762012"/>
                  </a:lnTo>
                  <a:close/>
                </a:path>
                <a:path w="381000" h="1004569">
                  <a:moveTo>
                    <a:pt x="103911" y="969822"/>
                  </a:moveTo>
                  <a:lnTo>
                    <a:pt x="69265" y="969822"/>
                  </a:lnTo>
                  <a:lnTo>
                    <a:pt x="69265" y="1004468"/>
                  </a:lnTo>
                  <a:lnTo>
                    <a:pt x="103911" y="1004468"/>
                  </a:lnTo>
                  <a:lnTo>
                    <a:pt x="103911" y="969822"/>
                  </a:lnTo>
                  <a:close/>
                </a:path>
                <a:path w="381000" h="1004569">
                  <a:moveTo>
                    <a:pt x="103911" y="381000"/>
                  </a:moveTo>
                  <a:lnTo>
                    <a:pt x="69265" y="381000"/>
                  </a:lnTo>
                  <a:lnTo>
                    <a:pt x="69265" y="415645"/>
                  </a:lnTo>
                  <a:lnTo>
                    <a:pt x="103911" y="415645"/>
                  </a:lnTo>
                  <a:lnTo>
                    <a:pt x="103911" y="381000"/>
                  </a:lnTo>
                  <a:close/>
                </a:path>
                <a:path w="381000" h="1004569">
                  <a:moveTo>
                    <a:pt x="103911" y="0"/>
                  </a:moveTo>
                  <a:lnTo>
                    <a:pt x="69265" y="0"/>
                  </a:lnTo>
                  <a:lnTo>
                    <a:pt x="69265" y="69278"/>
                  </a:lnTo>
                  <a:lnTo>
                    <a:pt x="103911" y="69278"/>
                  </a:lnTo>
                  <a:lnTo>
                    <a:pt x="103911" y="0"/>
                  </a:lnTo>
                  <a:close/>
                </a:path>
                <a:path w="381000" h="1004569">
                  <a:moveTo>
                    <a:pt x="138544" y="831278"/>
                  </a:moveTo>
                  <a:lnTo>
                    <a:pt x="103911" y="831278"/>
                  </a:lnTo>
                  <a:lnTo>
                    <a:pt x="103911" y="865911"/>
                  </a:lnTo>
                  <a:lnTo>
                    <a:pt x="69265" y="865911"/>
                  </a:lnTo>
                  <a:lnTo>
                    <a:pt x="69265" y="935189"/>
                  </a:lnTo>
                  <a:lnTo>
                    <a:pt x="103911" y="935189"/>
                  </a:lnTo>
                  <a:lnTo>
                    <a:pt x="138544" y="935189"/>
                  </a:lnTo>
                  <a:lnTo>
                    <a:pt x="138544" y="831278"/>
                  </a:lnTo>
                  <a:close/>
                </a:path>
                <a:path w="381000" h="1004569">
                  <a:moveTo>
                    <a:pt x="138544" y="519557"/>
                  </a:moveTo>
                  <a:lnTo>
                    <a:pt x="103911" y="519557"/>
                  </a:lnTo>
                  <a:lnTo>
                    <a:pt x="69265" y="519557"/>
                  </a:lnTo>
                  <a:lnTo>
                    <a:pt x="69265" y="484911"/>
                  </a:lnTo>
                  <a:lnTo>
                    <a:pt x="34632" y="484911"/>
                  </a:lnTo>
                  <a:lnTo>
                    <a:pt x="34632" y="623468"/>
                  </a:lnTo>
                  <a:lnTo>
                    <a:pt x="69265" y="623468"/>
                  </a:lnTo>
                  <a:lnTo>
                    <a:pt x="69265" y="554189"/>
                  </a:lnTo>
                  <a:lnTo>
                    <a:pt x="103911" y="554189"/>
                  </a:lnTo>
                  <a:lnTo>
                    <a:pt x="138544" y="554189"/>
                  </a:lnTo>
                  <a:lnTo>
                    <a:pt x="138544" y="519557"/>
                  </a:lnTo>
                  <a:close/>
                </a:path>
                <a:path w="381000" h="1004569">
                  <a:moveTo>
                    <a:pt x="138544" y="415645"/>
                  </a:moveTo>
                  <a:lnTo>
                    <a:pt x="103911" y="415645"/>
                  </a:lnTo>
                  <a:lnTo>
                    <a:pt x="103911" y="450278"/>
                  </a:lnTo>
                  <a:lnTo>
                    <a:pt x="138544" y="450278"/>
                  </a:lnTo>
                  <a:lnTo>
                    <a:pt x="138544" y="415645"/>
                  </a:lnTo>
                  <a:close/>
                </a:path>
                <a:path w="381000" h="1004569">
                  <a:moveTo>
                    <a:pt x="138544" y="69278"/>
                  </a:moveTo>
                  <a:lnTo>
                    <a:pt x="103911" y="69278"/>
                  </a:lnTo>
                  <a:lnTo>
                    <a:pt x="103911" y="103911"/>
                  </a:lnTo>
                  <a:lnTo>
                    <a:pt x="69265" y="103911"/>
                  </a:lnTo>
                  <a:lnTo>
                    <a:pt x="69265" y="138557"/>
                  </a:lnTo>
                  <a:lnTo>
                    <a:pt x="103911" y="138557"/>
                  </a:lnTo>
                  <a:lnTo>
                    <a:pt x="138544" y="138557"/>
                  </a:lnTo>
                  <a:lnTo>
                    <a:pt x="138544" y="69278"/>
                  </a:lnTo>
                  <a:close/>
                </a:path>
                <a:path w="381000" h="1004569">
                  <a:moveTo>
                    <a:pt x="207822" y="969822"/>
                  </a:moveTo>
                  <a:lnTo>
                    <a:pt x="173177" y="969822"/>
                  </a:lnTo>
                  <a:lnTo>
                    <a:pt x="138544" y="969822"/>
                  </a:lnTo>
                  <a:lnTo>
                    <a:pt x="138544" y="1004468"/>
                  </a:lnTo>
                  <a:lnTo>
                    <a:pt x="173177" y="1004468"/>
                  </a:lnTo>
                  <a:lnTo>
                    <a:pt x="207822" y="1004468"/>
                  </a:lnTo>
                  <a:lnTo>
                    <a:pt x="207822" y="969822"/>
                  </a:lnTo>
                  <a:close/>
                </a:path>
                <a:path w="381000" h="1004569">
                  <a:moveTo>
                    <a:pt x="207822" y="381000"/>
                  </a:moveTo>
                  <a:lnTo>
                    <a:pt x="173177" y="381000"/>
                  </a:lnTo>
                  <a:lnTo>
                    <a:pt x="173177" y="415645"/>
                  </a:lnTo>
                  <a:lnTo>
                    <a:pt x="207822" y="415645"/>
                  </a:lnTo>
                  <a:lnTo>
                    <a:pt x="207822" y="381000"/>
                  </a:lnTo>
                  <a:close/>
                </a:path>
                <a:path w="381000" h="1004569">
                  <a:moveTo>
                    <a:pt x="242455" y="554189"/>
                  </a:moveTo>
                  <a:lnTo>
                    <a:pt x="207822" y="554189"/>
                  </a:lnTo>
                  <a:lnTo>
                    <a:pt x="173177" y="554189"/>
                  </a:lnTo>
                  <a:lnTo>
                    <a:pt x="173177" y="588822"/>
                  </a:lnTo>
                  <a:lnTo>
                    <a:pt x="138544" y="588822"/>
                  </a:lnTo>
                  <a:lnTo>
                    <a:pt x="138544" y="623468"/>
                  </a:lnTo>
                  <a:lnTo>
                    <a:pt x="173177" y="623468"/>
                  </a:lnTo>
                  <a:lnTo>
                    <a:pt x="173177" y="692734"/>
                  </a:lnTo>
                  <a:lnTo>
                    <a:pt x="207822" y="692734"/>
                  </a:lnTo>
                  <a:lnTo>
                    <a:pt x="207822" y="588822"/>
                  </a:lnTo>
                  <a:lnTo>
                    <a:pt x="242455" y="588822"/>
                  </a:lnTo>
                  <a:lnTo>
                    <a:pt x="242455" y="554189"/>
                  </a:lnTo>
                  <a:close/>
                </a:path>
                <a:path w="381000" h="1004569">
                  <a:moveTo>
                    <a:pt x="242455" y="484911"/>
                  </a:moveTo>
                  <a:lnTo>
                    <a:pt x="207822" y="484911"/>
                  </a:lnTo>
                  <a:lnTo>
                    <a:pt x="207822" y="450278"/>
                  </a:lnTo>
                  <a:lnTo>
                    <a:pt x="173177" y="450278"/>
                  </a:lnTo>
                  <a:lnTo>
                    <a:pt x="173177" y="519557"/>
                  </a:lnTo>
                  <a:lnTo>
                    <a:pt x="207822" y="519557"/>
                  </a:lnTo>
                  <a:lnTo>
                    <a:pt x="242455" y="519557"/>
                  </a:lnTo>
                  <a:lnTo>
                    <a:pt x="242455" y="484911"/>
                  </a:lnTo>
                  <a:close/>
                </a:path>
                <a:path w="381000" h="1004569">
                  <a:moveTo>
                    <a:pt x="242455" y="207822"/>
                  </a:moveTo>
                  <a:lnTo>
                    <a:pt x="207822" y="207822"/>
                  </a:lnTo>
                  <a:lnTo>
                    <a:pt x="207822" y="242455"/>
                  </a:lnTo>
                  <a:lnTo>
                    <a:pt x="173177" y="242455"/>
                  </a:lnTo>
                  <a:lnTo>
                    <a:pt x="173177" y="277088"/>
                  </a:lnTo>
                  <a:lnTo>
                    <a:pt x="138544" y="277088"/>
                  </a:lnTo>
                  <a:lnTo>
                    <a:pt x="138544" y="242468"/>
                  </a:lnTo>
                  <a:lnTo>
                    <a:pt x="173177" y="242468"/>
                  </a:lnTo>
                  <a:lnTo>
                    <a:pt x="173177" y="207822"/>
                  </a:lnTo>
                  <a:lnTo>
                    <a:pt x="207822" y="207822"/>
                  </a:lnTo>
                  <a:lnTo>
                    <a:pt x="207822" y="173189"/>
                  </a:lnTo>
                  <a:lnTo>
                    <a:pt x="173177" y="173189"/>
                  </a:lnTo>
                  <a:lnTo>
                    <a:pt x="173177" y="138557"/>
                  </a:lnTo>
                  <a:lnTo>
                    <a:pt x="138544" y="138557"/>
                  </a:lnTo>
                  <a:lnTo>
                    <a:pt x="138544" y="242455"/>
                  </a:lnTo>
                  <a:lnTo>
                    <a:pt x="103911" y="242455"/>
                  </a:lnTo>
                  <a:lnTo>
                    <a:pt x="103911" y="207822"/>
                  </a:lnTo>
                  <a:lnTo>
                    <a:pt x="69265" y="207822"/>
                  </a:lnTo>
                  <a:lnTo>
                    <a:pt x="69265" y="277088"/>
                  </a:lnTo>
                  <a:lnTo>
                    <a:pt x="34632" y="277088"/>
                  </a:lnTo>
                  <a:lnTo>
                    <a:pt x="34632" y="346367"/>
                  </a:lnTo>
                  <a:lnTo>
                    <a:pt x="69265" y="346367"/>
                  </a:lnTo>
                  <a:lnTo>
                    <a:pt x="103911" y="346367"/>
                  </a:lnTo>
                  <a:lnTo>
                    <a:pt x="103911" y="311734"/>
                  </a:lnTo>
                  <a:lnTo>
                    <a:pt x="69265" y="311734"/>
                  </a:lnTo>
                  <a:lnTo>
                    <a:pt x="69265" y="277101"/>
                  </a:lnTo>
                  <a:lnTo>
                    <a:pt x="103911" y="277101"/>
                  </a:lnTo>
                  <a:lnTo>
                    <a:pt x="103911" y="311734"/>
                  </a:lnTo>
                  <a:lnTo>
                    <a:pt x="138544" y="311734"/>
                  </a:lnTo>
                  <a:lnTo>
                    <a:pt x="138544" y="346367"/>
                  </a:lnTo>
                  <a:lnTo>
                    <a:pt x="173177" y="346367"/>
                  </a:lnTo>
                  <a:lnTo>
                    <a:pt x="173177" y="311734"/>
                  </a:lnTo>
                  <a:lnTo>
                    <a:pt x="207822" y="311734"/>
                  </a:lnTo>
                  <a:lnTo>
                    <a:pt x="207822" y="277101"/>
                  </a:lnTo>
                  <a:lnTo>
                    <a:pt x="242455" y="277101"/>
                  </a:lnTo>
                  <a:lnTo>
                    <a:pt x="242455" y="207822"/>
                  </a:lnTo>
                  <a:close/>
                </a:path>
                <a:path w="381000" h="1004569">
                  <a:moveTo>
                    <a:pt x="242455" y="34645"/>
                  </a:moveTo>
                  <a:lnTo>
                    <a:pt x="207822" y="34645"/>
                  </a:lnTo>
                  <a:lnTo>
                    <a:pt x="207822" y="0"/>
                  </a:lnTo>
                  <a:lnTo>
                    <a:pt x="173177" y="0"/>
                  </a:lnTo>
                  <a:lnTo>
                    <a:pt x="173177" y="34645"/>
                  </a:lnTo>
                  <a:lnTo>
                    <a:pt x="138544" y="34645"/>
                  </a:lnTo>
                  <a:lnTo>
                    <a:pt x="138544" y="69278"/>
                  </a:lnTo>
                  <a:lnTo>
                    <a:pt x="173177" y="69278"/>
                  </a:lnTo>
                  <a:lnTo>
                    <a:pt x="173177" y="103911"/>
                  </a:lnTo>
                  <a:lnTo>
                    <a:pt x="207822" y="103911"/>
                  </a:lnTo>
                  <a:lnTo>
                    <a:pt x="207822" y="69278"/>
                  </a:lnTo>
                  <a:lnTo>
                    <a:pt x="242455" y="69278"/>
                  </a:lnTo>
                  <a:lnTo>
                    <a:pt x="242455" y="34645"/>
                  </a:lnTo>
                  <a:close/>
                </a:path>
                <a:path w="381000" h="1004569">
                  <a:moveTo>
                    <a:pt x="277088" y="588822"/>
                  </a:moveTo>
                  <a:lnTo>
                    <a:pt x="242455" y="588822"/>
                  </a:lnTo>
                  <a:lnTo>
                    <a:pt x="242455" y="623468"/>
                  </a:lnTo>
                  <a:lnTo>
                    <a:pt x="277088" y="623468"/>
                  </a:lnTo>
                  <a:lnTo>
                    <a:pt x="277088" y="588822"/>
                  </a:lnTo>
                  <a:close/>
                </a:path>
                <a:path w="381000" h="1004569">
                  <a:moveTo>
                    <a:pt x="277088" y="519557"/>
                  </a:moveTo>
                  <a:lnTo>
                    <a:pt x="242455" y="519557"/>
                  </a:lnTo>
                  <a:lnTo>
                    <a:pt x="242455" y="554189"/>
                  </a:lnTo>
                  <a:lnTo>
                    <a:pt x="277088" y="554189"/>
                  </a:lnTo>
                  <a:lnTo>
                    <a:pt x="277088" y="519557"/>
                  </a:lnTo>
                  <a:close/>
                </a:path>
                <a:path w="381000" h="1004569">
                  <a:moveTo>
                    <a:pt x="277088" y="0"/>
                  </a:moveTo>
                  <a:lnTo>
                    <a:pt x="242455" y="0"/>
                  </a:lnTo>
                  <a:lnTo>
                    <a:pt x="242455" y="34645"/>
                  </a:lnTo>
                  <a:lnTo>
                    <a:pt x="277088" y="34645"/>
                  </a:lnTo>
                  <a:lnTo>
                    <a:pt x="277088" y="0"/>
                  </a:lnTo>
                  <a:close/>
                </a:path>
                <a:path w="381000" h="1004569">
                  <a:moveTo>
                    <a:pt x="311734" y="727367"/>
                  </a:moveTo>
                  <a:lnTo>
                    <a:pt x="277088" y="727367"/>
                  </a:lnTo>
                  <a:lnTo>
                    <a:pt x="277088" y="692734"/>
                  </a:lnTo>
                  <a:lnTo>
                    <a:pt x="242455" y="692734"/>
                  </a:lnTo>
                  <a:lnTo>
                    <a:pt x="207822" y="692734"/>
                  </a:lnTo>
                  <a:lnTo>
                    <a:pt x="207822" y="762012"/>
                  </a:lnTo>
                  <a:lnTo>
                    <a:pt x="173177" y="762012"/>
                  </a:lnTo>
                  <a:lnTo>
                    <a:pt x="173177" y="727367"/>
                  </a:lnTo>
                  <a:lnTo>
                    <a:pt x="138544" y="727367"/>
                  </a:lnTo>
                  <a:lnTo>
                    <a:pt x="138544" y="762012"/>
                  </a:lnTo>
                  <a:lnTo>
                    <a:pt x="103911" y="762012"/>
                  </a:lnTo>
                  <a:lnTo>
                    <a:pt x="103911" y="727367"/>
                  </a:lnTo>
                  <a:lnTo>
                    <a:pt x="138544" y="727367"/>
                  </a:lnTo>
                  <a:lnTo>
                    <a:pt x="138544" y="658101"/>
                  </a:lnTo>
                  <a:lnTo>
                    <a:pt x="103911" y="658101"/>
                  </a:lnTo>
                  <a:lnTo>
                    <a:pt x="103911" y="623468"/>
                  </a:lnTo>
                  <a:lnTo>
                    <a:pt x="69265" y="623468"/>
                  </a:lnTo>
                  <a:lnTo>
                    <a:pt x="69265" y="658101"/>
                  </a:lnTo>
                  <a:lnTo>
                    <a:pt x="34632" y="658101"/>
                  </a:lnTo>
                  <a:lnTo>
                    <a:pt x="34632" y="727367"/>
                  </a:lnTo>
                  <a:lnTo>
                    <a:pt x="69265" y="727367"/>
                  </a:lnTo>
                  <a:lnTo>
                    <a:pt x="69265" y="831278"/>
                  </a:lnTo>
                  <a:lnTo>
                    <a:pt x="103911" y="831278"/>
                  </a:lnTo>
                  <a:lnTo>
                    <a:pt x="103911" y="796645"/>
                  </a:lnTo>
                  <a:lnTo>
                    <a:pt x="138544" y="796645"/>
                  </a:lnTo>
                  <a:lnTo>
                    <a:pt x="138544" y="831278"/>
                  </a:lnTo>
                  <a:lnTo>
                    <a:pt x="173177" y="831278"/>
                  </a:lnTo>
                  <a:lnTo>
                    <a:pt x="173177" y="796645"/>
                  </a:lnTo>
                  <a:lnTo>
                    <a:pt x="207822" y="796645"/>
                  </a:lnTo>
                  <a:lnTo>
                    <a:pt x="242455" y="796645"/>
                  </a:lnTo>
                  <a:lnTo>
                    <a:pt x="277088" y="796645"/>
                  </a:lnTo>
                  <a:lnTo>
                    <a:pt x="277088" y="762012"/>
                  </a:lnTo>
                  <a:lnTo>
                    <a:pt x="311734" y="762012"/>
                  </a:lnTo>
                  <a:lnTo>
                    <a:pt x="311734" y="727367"/>
                  </a:lnTo>
                  <a:close/>
                </a:path>
                <a:path w="381000" h="1004569">
                  <a:moveTo>
                    <a:pt x="311734" y="381000"/>
                  </a:moveTo>
                  <a:lnTo>
                    <a:pt x="277088" y="381000"/>
                  </a:lnTo>
                  <a:lnTo>
                    <a:pt x="277088" y="311734"/>
                  </a:lnTo>
                  <a:lnTo>
                    <a:pt x="242455" y="311734"/>
                  </a:lnTo>
                  <a:lnTo>
                    <a:pt x="207822" y="311734"/>
                  </a:lnTo>
                  <a:lnTo>
                    <a:pt x="207822" y="346367"/>
                  </a:lnTo>
                  <a:lnTo>
                    <a:pt x="242455" y="346367"/>
                  </a:lnTo>
                  <a:lnTo>
                    <a:pt x="242455" y="415645"/>
                  </a:lnTo>
                  <a:lnTo>
                    <a:pt x="277088" y="415645"/>
                  </a:lnTo>
                  <a:lnTo>
                    <a:pt x="311734" y="415645"/>
                  </a:lnTo>
                  <a:lnTo>
                    <a:pt x="311734" y="381000"/>
                  </a:lnTo>
                  <a:close/>
                </a:path>
                <a:path w="381000" h="1004569">
                  <a:moveTo>
                    <a:pt x="346367" y="969822"/>
                  </a:moveTo>
                  <a:lnTo>
                    <a:pt x="311734" y="969822"/>
                  </a:lnTo>
                  <a:lnTo>
                    <a:pt x="311734" y="935189"/>
                  </a:lnTo>
                  <a:lnTo>
                    <a:pt x="277088" y="935189"/>
                  </a:lnTo>
                  <a:lnTo>
                    <a:pt x="277088" y="900557"/>
                  </a:lnTo>
                  <a:lnTo>
                    <a:pt x="242455" y="900557"/>
                  </a:lnTo>
                  <a:lnTo>
                    <a:pt x="242455" y="831278"/>
                  </a:lnTo>
                  <a:lnTo>
                    <a:pt x="207822" y="831278"/>
                  </a:lnTo>
                  <a:lnTo>
                    <a:pt x="207822" y="865911"/>
                  </a:lnTo>
                  <a:lnTo>
                    <a:pt x="173177" y="865911"/>
                  </a:lnTo>
                  <a:lnTo>
                    <a:pt x="173177" y="935189"/>
                  </a:lnTo>
                  <a:lnTo>
                    <a:pt x="207822" y="935189"/>
                  </a:lnTo>
                  <a:lnTo>
                    <a:pt x="207822" y="969822"/>
                  </a:lnTo>
                  <a:lnTo>
                    <a:pt x="242455" y="969822"/>
                  </a:lnTo>
                  <a:lnTo>
                    <a:pt x="242455" y="1004468"/>
                  </a:lnTo>
                  <a:lnTo>
                    <a:pt x="277088" y="1004468"/>
                  </a:lnTo>
                  <a:lnTo>
                    <a:pt x="311721" y="1004468"/>
                  </a:lnTo>
                  <a:lnTo>
                    <a:pt x="346367" y="1004468"/>
                  </a:lnTo>
                  <a:lnTo>
                    <a:pt x="346367" y="969822"/>
                  </a:lnTo>
                  <a:close/>
                </a:path>
                <a:path w="381000" h="1004569">
                  <a:moveTo>
                    <a:pt x="346367" y="865911"/>
                  </a:moveTo>
                  <a:lnTo>
                    <a:pt x="311734" y="865911"/>
                  </a:lnTo>
                  <a:lnTo>
                    <a:pt x="311734" y="831278"/>
                  </a:lnTo>
                  <a:lnTo>
                    <a:pt x="277088" y="831278"/>
                  </a:lnTo>
                  <a:lnTo>
                    <a:pt x="277088" y="900557"/>
                  </a:lnTo>
                  <a:lnTo>
                    <a:pt x="311721" y="900557"/>
                  </a:lnTo>
                  <a:lnTo>
                    <a:pt x="346367" y="900557"/>
                  </a:lnTo>
                  <a:lnTo>
                    <a:pt x="346367" y="865911"/>
                  </a:lnTo>
                  <a:close/>
                </a:path>
                <a:path w="381000" h="1004569">
                  <a:moveTo>
                    <a:pt x="346367" y="588822"/>
                  </a:moveTo>
                  <a:lnTo>
                    <a:pt x="311721" y="588822"/>
                  </a:lnTo>
                  <a:lnTo>
                    <a:pt x="311721" y="658101"/>
                  </a:lnTo>
                  <a:lnTo>
                    <a:pt x="346367" y="658101"/>
                  </a:lnTo>
                  <a:lnTo>
                    <a:pt x="346367" y="588822"/>
                  </a:lnTo>
                  <a:close/>
                </a:path>
                <a:path w="381000" h="1004569">
                  <a:moveTo>
                    <a:pt x="346367" y="450278"/>
                  </a:moveTo>
                  <a:lnTo>
                    <a:pt x="311734" y="450278"/>
                  </a:lnTo>
                  <a:lnTo>
                    <a:pt x="277088" y="450278"/>
                  </a:lnTo>
                  <a:lnTo>
                    <a:pt x="242455" y="450278"/>
                  </a:lnTo>
                  <a:lnTo>
                    <a:pt x="242455" y="484911"/>
                  </a:lnTo>
                  <a:lnTo>
                    <a:pt x="277088" y="484911"/>
                  </a:lnTo>
                  <a:lnTo>
                    <a:pt x="277088" y="519557"/>
                  </a:lnTo>
                  <a:lnTo>
                    <a:pt x="311734" y="519557"/>
                  </a:lnTo>
                  <a:lnTo>
                    <a:pt x="311734" y="484911"/>
                  </a:lnTo>
                  <a:lnTo>
                    <a:pt x="346367" y="484911"/>
                  </a:lnTo>
                  <a:lnTo>
                    <a:pt x="346367" y="450278"/>
                  </a:lnTo>
                  <a:close/>
                </a:path>
                <a:path w="381000" h="1004569">
                  <a:moveTo>
                    <a:pt x="381000" y="554189"/>
                  </a:moveTo>
                  <a:lnTo>
                    <a:pt x="346367" y="554189"/>
                  </a:lnTo>
                  <a:lnTo>
                    <a:pt x="346367" y="588822"/>
                  </a:lnTo>
                  <a:lnTo>
                    <a:pt x="381000" y="588822"/>
                  </a:lnTo>
                  <a:lnTo>
                    <a:pt x="381000" y="554189"/>
                  </a:lnTo>
                  <a:close/>
                </a:path>
                <a:path w="381000" h="1004569">
                  <a:moveTo>
                    <a:pt x="381000" y="207822"/>
                  </a:moveTo>
                  <a:lnTo>
                    <a:pt x="346367" y="207822"/>
                  </a:lnTo>
                  <a:lnTo>
                    <a:pt x="346367" y="242455"/>
                  </a:lnTo>
                  <a:lnTo>
                    <a:pt x="311734" y="242455"/>
                  </a:lnTo>
                  <a:lnTo>
                    <a:pt x="311734" y="207822"/>
                  </a:lnTo>
                  <a:lnTo>
                    <a:pt x="277088" y="207822"/>
                  </a:lnTo>
                  <a:lnTo>
                    <a:pt x="277088" y="277101"/>
                  </a:lnTo>
                  <a:lnTo>
                    <a:pt x="311721" y="277101"/>
                  </a:lnTo>
                  <a:lnTo>
                    <a:pt x="311721" y="311734"/>
                  </a:lnTo>
                  <a:lnTo>
                    <a:pt x="346367" y="311734"/>
                  </a:lnTo>
                  <a:lnTo>
                    <a:pt x="346367" y="381000"/>
                  </a:lnTo>
                  <a:lnTo>
                    <a:pt x="381000" y="381000"/>
                  </a:lnTo>
                  <a:lnTo>
                    <a:pt x="381000" y="277088"/>
                  </a:lnTo>
                  <a:lnTo>
                    <a:pt x="346367" y="277088"/>
                  </a:lnTo>
                  <a:lnTo>
                    <a:pt x="346367" y="242468"/>
                  </a:lnTo>
                  <a:lnTo>
                    <a:pt x="381000" y="242468"/>
                  </a:lnTo>
                  <a:lnTo>
                    <a:pt x="381000" y="207822"/>
                  </a:lnTo>
                  <a:close/>
                </a:path>
                <a:path w="381000" h="1004569">
                  <a:moveTo>
                    <a:pt x="381000" y="138557"/>
                  </a:moveTo>
                  <a:lnTo>
                    <a:pt x="346367" y="138557"/>
                  </a:lnTo>
                  <a:lnTo>
                    <a:pt x="311734" y="138557"/>
                  </a:lnTo>
                  <a:lnTo>
                    <a:pt x="311734" y="103911"/>
                  </a:lnTo>
                  <a:lnTo>
                    <a:pt x="346367" y="103911"/>
                  </a:lnTo>
                  <a:lnTo>
                    <a:pt x="346367" y="69278"/>
                  </a:lnTo>
                  <a:lnTo>
                    <a:pt x="311721" y="69278"/>
                  </a:lnTo>
                  <a:lnTo>
                    <a:pt x="311721" y="103911"/>
                  </a:lnTo>
                  <a:lnTo>
                    <a:pt x="277088" y="103911"/>
                  </a:lnTo>
                  <a:lnTo>
                    <a:pt x="277088" y="69278"/>
                  </a:lnTo>
                  <a:lnTo>
                    <a:pt x="242455" y="69278"/>
                  </a:lnTo>
                  <a:lnTo>
                    <a:pt x="242455" y="138557"/>
                  </a:lnTo>
                  <a:lnTo>
                    <a:pt x="277088" y="138557"/>
                  </a:lnTo>
                  <a:lnTo>
                    <a:pt x="277088" y="173189"/>
                  </a:lnTo>
                  <a:lnTo>
                    <a:pt x="311721" y="173189"/>
                  </a:lnTo>
                  <a:lnTo>
                    <a:pt x="346367" y="173189"/>
                  </a:lnTo>
                  <a:lnTo>
                    <a:pt x="381000" y="173189"/>
                  </a:lnTo>
                  <a:lnTo>
                    <a:pt x="381000" y="138557"/>
                  </a:lnTo>
                  <a:close/>
                </a:path>
                <a:path w="381000" h="1004569">
                  <a:moveTo>
                    <a:pt x="381000" y="0"/>
                  </a:moveTo>
                  <a:lnTo>
                    <a:pt x="346367" y="0"/>
                  </a:lnTo>
                  <a:lnTo>
                    <a:pt x="346367" y="69278"/>
                  </a:lnTo>
                  <a:lnTo>
                    <a:pt x="381000" y="6927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 descr=""/>
            <p:cNvSpPr/>
            <p:nvPr/>
          </p:nvSpPr>
          <p:spPr>
            <a:xfrm>
              <a:off x="4543971" y="18452375"/>
              <a:ext cx="346710" cy="1004569"/>
            </a:xfrm>
            <a:custGeom>
              <a:avLst/>
              <a:gdLst/>
              <a:ahLst/>
              <a:cxnLst/>
              <a:rect l="l" t="t" r="r" b="b"/>
              <a:pathLst>
                <a:path w="346710" h="1004569">
                  <a:moveTo>
                    <a:pt x="34632" y="935189"/>
                  </a:moveTo>
                  <a:lnTo>
                    <a:pt x="0" y="935189"/>
                  </a:lnTo>
                  <a:lnTo>
                    <a:pt x="0" y="969822"/>
                  </a:lnTo>
                  <a:lnTo>
                    <a:pt x="34632" y="969822"/>
                  </a:lnTo>
                  <a:lnTo>
                    <a:pt x="34632" y="935189"/>
                  </a:lnTo>
                  <a:close/>
                </a:path>
                <a:path w="346710" h="1004569">
                  <a:moveTo>
                    <a:pt x="34632" y="865911"/>
                  </a:moveTo>
                  <a:lnTo>
                    <a:pt x="0" y="865911"/>
                  </a:lnTo>
                  <a:lnTo>
                    <a:pt x="0" y="900557"/>
                  </a:lnTo>
                  <a:lnTo>
                    <a:pt x="34632" y="900557"/>
                  </a:lnTo>
                  <a:lnTo>
                    <a:pt x="34632" y="865911"/>
                  </a:lnTo>
                  <a:close/>
                </a:path>
                <a:path w="346710" h="1004569">
                  <a:moveTo>
                    <a:pt x="34632" y="554189"/>
                  </a:moveTo>
                  <a:lnTo>
                    <a:pt x="0" y="554189"/>
                  </a:lnTo>
                  <a:lnTo>
                    <a:pt x="0" y="588822"/>
                  </a:lnTo>
                  <a:lnTo>
                    <a:pt x="34632" y="588822"/>
                  </a:lnTo>
                  <a:lnTo>
                    <a:pt x="34632" y="554189"/>
                  </a:lnTo>
                  <a:close/>
                </a:path>
                <a:path w="346710" h="1004569">
                  <a:moveTo>
                    <a:pt x="69265" y="831278"/>
                  </a:moveTo>
                  <a:lnTo>
                    <a:pt x="34632" y="831278"/>
                  </a:lnTo>
                  <a:lnTo>
                    <a:pt x="34632" y="865911"/>
                  </a:lnTo>
                  <a:lnTo>
                    <a:pt x="69265" y="865911"/>
                  </a:lnTo>
                  <a:lnTo>
                    <a:pt x="69265" y="831278"/>
                  </a:lnTo>
                  <a:close/>
                </a:path>
                <a:path w="346710" h="1004569">
                  <a:moveTo>
                    <a:pt x="69265" y="415645"/>
                  </a:moveTo>
                  <a:lnTo>
                    <a:pt x="34632" y="415645"/>
                  </a:lnTo>
                  <a:lnTo>
                    <a:pt x="34632" y="450278"/>
                  </a:lnTo>
                  <a:lnTo>
                    <a:pt x="69265" y="450278"/>
                  </a:lnTo>
                  <a:lnTo>
                    <a:pt x="69265" y="415645"/>
                  </a:lnTo>
                  <a:close/>
                </a:path>
                <a:path w="346710" h="1004569">
                  <a:moveTo>
                    <a:pt x="69265" y="346367"/>
                  </a:moveTo>
                  <a:lnTo>
                    <a:pt x="34632" y="346367"/>
                  </a:lnTo>
                  <a:lnTo>
                    <a:pt x="34632" y="381000"/>
                  </a:lnTo>
                  <a:lnTo>
                    <a:pt x="69265" y="381000"/>
                  </a:lnTo>
                  <a:lnTo>
                    <a:pt x="69265" y="346367"/>
                  </a:lnTo>
                  <a:close/>
                </a:path>
                <a:path w="346710" h="1004569">
                  <a:moveTo>
                    <a:pt x="69265" y="103911"/>
                  </a:moveTo>
                  <a:lnTo>
                    <a:pt x="34632" y="103911"/>
                  </a:lnTo>
                  <a:lnTo>
                    <a:pt x="34632" y="138557"/>
                  </a:lnTo>
                  <a:lnTo>
                    <a:pt x="34632" y="173189"/>
                  </a:lnTo>
                  <a:lnTo>
                    <a:pt x="69265" y="173189"/>
                  </a:lnTo>
                  <a:lnTo>
                    <a:pt x="69265" y="138557"/>
                  </a:lnTo>
                  <a:lnTo>
                    <a:pt x="69265" y="103911"/>
                  </a:lnTo>
                  <a:close/>
                </a:path>
                <a:path w="346710" h="1004569">
                  <a:moveTo>
                    <a:pt x="103898" y="34645"/>
                  </a:moveTo>
                  <a:lnTo>
                    <a:pt x="69265" y="34645"/>
                  </a:lnTo>
                  <a:lnTo>
                    <a:pt x="34632" y="34645"/>
                  </a:lnTo>
                  <a:lnTo>
                    <a:pt x="34632" y="69278"/>
                  </a:lnTo>
                  <a:lnTo>
                    <a:pt x="69265" y="69278"/>
                  </a:lnTo>
                  <a:lnTo>
                    <a:pt x="103898" y="69278"/>
                  </a:lnTo>
                  <a:lnTo>
                    <a:pt x="103898" y="34645"/>
                  </a:lnTo>
                  <a:close/>
                </a:path>
                <a:path w="346710" h="1004569">
                  <a:moveTo>
                    <a:pt x="138544" y="381000"/>
                  </a:moveTo>
                  <a:lnTo>
                    <a:pt x="103898" y="381000"/>
                  </a:lnTo>
                  <a:lnTo>
                    <a:pt x="69265" y="381000"/>
                  </a:lnTo>
                  <a:lnTo>
                    <a:pt x="69265" y="415645"/>
                  </a:lnTo>
                  <a:lnTo>
                    <a:pt x="103898" y="415645"/>
                  </a:lnTo>
                  <a:lnTo>
                    <a:pt x="138544" y="415645"/>
                  </a:lnTo>
                  <a:lnTo>
                    <a:pt x="138544" y="381000"/>
                  </a:lnTo>
                  <a:close/>
                </a:path>
                <a:path w="346710" h="1004569">
                  <a:moveTo>
                    <a:pt x="173177" y="935189"/>
                  </a:moveTo>
                  <a:lnTo>
                    <a:pt x="138544" y="935189"/>
                  </a:lnTo>
                  <a:lnTo>
                    <a:pt x="138544" y="969822"/>
                  </a:lnTo>
                  <a:lnTo>
                    <a:pt x="103898" y="969822"/>
                  </a:lnTo>
                  <a:lnTo>
                    <a:pt x="103898" y="935189"/>
                  </a:lnTo>
                  <a:lnTo>
                    <a:pt x="69265" y="935189"/>
                  </a:lnTo>
                  <a:lnTo>
                    <a:pt x="69265" y="1004468"/>
                  </a:lnTo>
                  <a:lnTo>
                    <a:pt x="103898" y="1004468"/>
                  </a:lnTo>
                  <a:lnTo>
                    <a:pt x="138544" y="1004468"/>
                  </a:lnTo>
                  <a:lnTo>
                    <a:pt x="173177" y="1004468"/>
                  </a:lnTo>
                  <a:lnTo>
                    <a:pt x="173177" y="935189"/>
                  </a:lnTo>
                  <a:close/>
                </a:path>
                <a:path w="346710" h="1004569">
                  <a:moveTo>
                    <a:pt x="173177" y="519557"/>
                  </a:moveTo>
                  <a:lnTo>
                    <a:pt x="138544" y="519557"/>
                  </a:lnTo>
                  <a:lnTo>
                    <a:pt x="138544" y="450278"/>
                  </a:lnTo>
                  <a:lnTo>
                    <a:pt x="103898" y="450278"/>
                  </a:lnTo>
                  <a:lnTo>
                    <a:pt x="103898" y="484911"/>
                  </a:lnTo>
                  <a:lnTo>
                    <a:pt x="69265" y="484911"/>
                  </a:lnTo>
                  <a:lnTo>
                    <a:pt x="69265" y="519557"/>
                  </a:lnTo>
                  <a:lnTo>
                    <a:pt x="103898" y="519557"/>
                  </a:lnTo>
                  <a:lnTo>
                    <a:pt x="103898" y="588822"/>
                  </a:lnTo>
                  <a:lnTo>
                    <a:pt x="138544" y="588822"/>
                  </a:lnTo>
                  <a:lnTo>
                    <a:pt x="173177" y="588822"/>
                  </a:lnTo>
                  <a:lnTo>
                    <a:pt x="173177" y="519557"/>
                  </a:lnTo>
                  <a:close/>
                </a:path>
                <a:path w="346710" h="1004569">
                  <a:moveTo>
                    <a:pt x="173177" y="207822"/>
                  </a:moveTo>
                  <a:lnTo>
                    <a:pt x="138544" y="207822"/>
                  </a:lnTo>
                  <a:lnTo>
                    <a:pt x="138544" y="242468"/>
                  </a:lnTo>
                  <a:lnTo>
                    <a:pt x="173177" y="242468"/>
                  </a:lnTo>
                  <a:lnTo>
                    <a:pt x="173177" y="207822"/>
                  </a:lnTo>
                  <a:close/>
                </a:path>
                <a:path w="346710" h="1004569">
                  <a:moveTo>
                    <a:pt x="173177" y="138557"/>
                  </a:moveTo>
                  <a:lnTo>
                    <a:pt x="138544" y="138557"/>
                  </a:lnTo>
                  <a:lnTo>
                    <a:pt x="138544" y="103911"/>
                  </a:lnTo>
                  <a:lnTo>
                    <a:pt x="103898" y="103911"/>
                  </a:lnTo>
                  <a:lnTo>
                    <a:pt x="103898" y="138557"/>
                  </a:lnTo>
                  <a:lnTo>
                    <a:pt x="103898" y="173189"/>
                  </a:lnTo>
                  <a:lnTo>
                    <a:pt x="69265" y="173189"/>
                  </a:lnTo>
                  <a:lnTo>
                    <a:pt x="69265" y="242455"/>
                  </a:lnTo>
                  <a:lnTo>
                    <a:pt x="34632" y="242455"/>
                  </a:lnTo>
                  <a:lnTo>
                    <a:pt x="34632" y="311734"/>
                  </a:lnTo>
                  <a:lnTo>
                    <a:pt x="69265" y="311734"/>
                  </a:lnTo>
                  <a:lnTo>
                    <a:pt x="69265" y="346367"/>
                  </a:lnTo>
                  <a:lnTo>
                    <a:pt x="103898" y="346367"/>
                  </a:lnTo>
                  <a:lnTo>
                    <a:pt x="138544" y="346367"/>
                  </a:lnTo>
                  <a:lnTo>
                    <a:pt x="173177" y="346367"/>
                  </a:lnTo>
                  <a:lnTo>
                    <a:pt x="173177" y="277088"/>
                  </a:lnTo>
                  <a:lnTo>
                    <a:pt x="138544" y="277088"/>
                  </a:lnTo>
                  <a:lnTo>
                    <a:pt x="103898" y="277088"/>
                  </a:lnTo>
                  <a:lnTo>
                    <a:pt x="103898" y="207822"/>
                  </a:lnTo>
                  <a:lnTo>
                    <a:pt x="138544" y="207822"/>
                  </a:lnTo>
                  <a:lnTo>
                    <a:pt x="138544" y="173189"/>
                  </a:lnTo>
                  <a:lnTo>
                    <a:pt x="173177" y="173189"/>
                  </a:lnTo>
                  <a:lnTo>
                    <a:pt x="173177" y="138557"/>
                  </a:lnTo>
                  <a:close/>
                </a:path>
                <a:path w="346710" h="1004569">
                  <a:moveTo>
                    <a:pt x="173177" y="69278"/>
                  </a:moveTo>
                  <a:lnTo>
                    <a:pt x="138544" y="69278"/>
                  </a:lnTo>
                  <a:lnTo>
                    <a:pt x="138544" y="103911"/>
                  </a:lnTo>
                  <a:lnTo>
                    <a:pt x="173177" y="103911"/>
                  </a:lnTo>
                  <a:lnTo>
                    <a:pt x="173177" y="69278"/>
                  </a:lnTo>
                  <a:close/>
                </a:path>
                <a:path w="346710" h="1004569">
                  <a:moveTo>
                    <a:pt x="173177" y="0"/>
                  </a:moveTo>
                  <a:lnTo>
                    <a:pt x="138544" y="0"/>
                  </a:lnTo>
                  <a:lnTo>
                    <a:pt x="103898" y="0"/>
                  </a:lnTo>
                  <a:lnTo>
                    <a:pt x="103898" y="34645"/>
                  </a:lnTo>
                  <a:lnTo>
                    <a:pt x="138544" y="34645"/>
                  </a:lnTo>
                  <a:lnTo>
                    <a:pt x="173177" y="34645"/>
                  </a:lnTo>
                  <a:lnTo>
                    <a:pt x="173177" y="0"/>
                  </a:lnTo>
                  <a:close/>
                </a:path>
                <a:path w="346710" h="1004569">
                  <a:moveTo>
                    <a:pt x="242455" y="935189"/>
                  </a:moveTo>
                  <a:lnTo>
                    <a:pt x="207810" y="935189"/>
                  </a:lnTo>
                  <a:lnTo>
                    <a:pt x="207810" y="969822"/>
                  </a:lnTo>
                  <a:lnTo>
                    <a:pt x="242455" y="969822"/>
                  </a:lnTo>
                  <a:lnTo>
                    <a:pt x="242455" y="935189"/>
                  </a:lnTo>
                  <a:close/>
                </a:path>
                <a:path w="346710" h="1004569">
                  <a:moveTo>
                    <a:pt x="242455" y="762012"/>
                  </a:moveTo>
                  <a:lnTo>
                    <a:pt x="207810" y="762012"/>
                  </a:lnTo>
                  <a:lnTo>
                    <a:pt x="207810" y="796645"/>
                  </a:lnTo>
                  <a:lnTo>
                    <a:pt x="242455" y="796645"/>
                  </a:lnTo>
                  <a:lnTo>
                    <a:pt x="242455" y="762012"/>
                  </a:lnTo>
                  <a:close/>
                </a:path>
                <a:path w="346710" h="1004569">
                  <a:moveTo>
                    <a:pt x="277088" y="969822"/>
                  </a:moveTo>
                  <a:lnTo>
                    <a:pt x="242455" y="969822"/>
                  </a:lnTo>
                  <a:lnTo>
                    <a:pt x="242455" y="1004468"/>
                  </a:lnTo>
                  <a:lnTo>
                    <a:pt x="277088" y="1004468"/>
                  </a:lnTo>
                  <a:lnTo>
                    <a:pt x="277088" y="969822"/>
                  </a:lnTo>
                  <a:close/>
                </a:path>
                <a:path w="346710" h="1004569">
                  <a:moveTo>
                    <a:pt x="277088" y="415645"/>
                  </a:moveTo>
                  <a:lnTo>
                    <a:pt x="242455" y="415645"/>
                  </a:lnTo>
                  <a:lnTo>
                    <a:pt x="242455" y="450278"/>
                  </a:lnTo>
                  <a:lnTo>
                    <a:pt x="277088" y="450278"/>
                  </a:lnTo>
                  <a:lnTo>
                    <a:pt x="277088" y="415645"/>
                  </a:lnTo>
                  <a:close/>
                </a:path>
                <a:path w="346710" h="1004569">
                  <a:moveTo>
                    <a:pt x="311721" y="692734"/>
                  </a:moveTo>
                  <a:lnTo>
                    <a:pt x="277088" y="692734"/>
                  </a:lnTo>
                  <a:lnTo>
                    <a:pt x="277088" y="727367"/>
                  </a:lnTo>
                  <a:lnTo>
                    <a:pt x="277088" y="831278"/>
                  </a:lnTo>
                  <a:lnTo>
                    <a:pt x="242455" y="831278"/>
                  </a:lnTo>
                  <a:lnTo>
                    <a:pt x="207810" y="831278"/>
                  </a:lnTo>
                  <a:lnTo>
                    <a:pt x="173177" y="831278"/>
                  </a:lnTo>
                  <a:lnTo>
                    <a:pt x="173177" y="727367"/>
                  </a:lnTo>
                  <a:lnTo>
                    <a:pt x="207810" y="727367"/>
                  </a:lnTo>
                  <a:lnTo>
                    <a:pt x="242455" y="727367"/>
                  </a:lnTo>
                  <a:lnTo>
                    <a:pt x="277088" y="727367"/>
                  </a:lnTo>
                  <a:lnTo>
                    <a:pt x="277088" y="692734"/>
                  </a:lnTo>
                  <a:lnTo>
                    <a:pt x="242455" y="692734"/>
                  </a:lnTo>
                  <a:lnTo>
                    <a:pt x="207810" y="692734"/>
                  </a:lnTo>
                  <a:lnTo>
                    <a:pt x="207810" y="658101"/>
                  </a:lnTo>
                  <a:lnTo>
                    <a:pt x="173177" y="658101"/>
                  </a:lnTo>
                  <a:lnTo>
                    <a:pt x="138544" y="658101"/>
                  </a:lnTo>
                  <a:lnTo>
                    <a:pt x="138544" y="727367"/>
                  </a:lnTo>
                  <a:lnTo>
                    <a:pt x="138544" y="762012"/>
                  </a:lnTo>
                  <a:lnTo>
                    <a:pt x="103898" y="762012"/>
                  </a:lnTo>
                  <a:lnTo>
                    <a:pt x="69265" y="762012"/>
                  </a:lnTo>
                  <a:lnTo>
                    <a:pt x="34632" y="762012"/>
                  </a:lnTo>
                  <a:lnTo>
                    <a:pt x="34632" y="727367"/>
                  </a:lnTo>
                  <a:lnTo>
                    <a:pt x="69265" y="727367"/>
                  </a:lnTo>
                  <a:lnTo>
                    <a:pt x="103898" y="727367"/>
                  </a:lnTo>
                  <a:lnTo>
                    <a:pt x="138544" y="727367"/>
                  </a:lnTo>
                  <a:lnTo>
                    <a:pt x="138544" y="658101"/>
                  </a:lnTo>
                  <a:lnTo>
                    <a:pt x="103898" y="658101"/>
                  </a:lnTo>
                  <a:lnTo>
                    <a:pt x="69265" y="658101"/>
                  </a:lnTo>
                  <a:lnTo>
                    <a:pt x="69265" y="588822"/>
                  </a:lnTo>
                  <a:lnTo>
                    <a:pt x="34632" y="588822"/>
                  </a:lnTo>
                  <a:lnTo>
                    <a:pt x="34632" y="623468"/>
                  </a:lnTo>
                  <a:lnTo>
                    <a:pt x="0" y="623468"/>
                  </a:lnTo>
                  <a:lnTo>
                    <a:pt x="0" y="658101"/>
                  </a:lnTo>
                  <a:lnTo>
                    <a:pt x="34632" y="658101"/>
                  </a:lnTo>
                  <a:lnTo>
                    <a:pt x="34632" y="692734"/>
                  </a:lnTo>
                  <a:lnTo>
                    <a:pt x="0" y="692734"/>
                  </a:lnTo>
                  <a:lnTo>
                    <a:pt x="0" y="796645"/>
                  </a:lnTo>
                  <a:lnTo>
                    <a:pt x="34632" y="796645"/>
                  </a:lnTo>
                  <a:lnTo>
                    <a:pt x="69265" y="796645"/>
                  </a:lnTo>
                  <a:lnTo>
                    <a:pt x="103898" y="796645"/>
                  </a:lnTo>
                  <a:lnTo>
                    <a:pt x="138544" y="796645"/>
                  </a:lnTo>
                  <a:lnTo>
                    <a:pt x="138544" y="865911"/>
                  </a:lnTo>
                  <a:lnTo>
                    <a:pt x="103898" y="865911"/>
                  </a:lnTo>
                  <a:lnTo>
                    <a:pt x="103898" y="935189"/>
                  </a:lnTo>
                  <a:lnTo>
                    <a:pt x="138544" y="935189"/>
                  </a:lnTo>
                  <a:lnTo>
                    <a:pt x="138544" y="900557"/>
                  </a:lnTo>
                  <a:lnTo>
                    <a:pt x="173177" y="900557"/>
                  </a:lnTo>
                  <a:lnTo>
                    <a:pt x="207810" y="900557"/>
                  </a:lnTo>
                  <a:lnTo>
                    <a:pt x="207810" y="865911"/>
                  </a:lnTo>
                  <a:lnTo>
                    <a:pt x="242455" y="865911"/>
                  </a:lnTo>
                  <a:lnTo>
                    <a:pt x="242455" y="935189"/>
                  </a:lnTo>
                  <a:lnTo>
                    <a:pt x="277088" y="935189"/>
                  </a:lnTo>
                  <a:lnTo>
                    <a:pt x="277088" y="900557"/>
                  </a:lnTo>
                  <a:lnTo>
                    <a:pt x="311721" y="900557"/>
                  </a:lnTo>
                  <a:lnTo>
                    <a:pt x="311721" y="692734"/>
                  </a:lnTo>
                  <a:close/>
                </a:path>
                <a:path w="346710" h="1004569">
                  <a:moveTo>
                    <a:pt x="311721" y="484911"/>
                  </a:moveTo>
                  <a:lnTo>
                    <a:pt x="277088" y="484911"/>
                  </a:lnTo>
                  <a:lnTo>
                    <a:pt x="242455" y="484911"/>
                  </a:lnTo>
                  <a:lnTo>
                    <a:pt x="242455" y="450278"/>
                  </a:lnTo>
                  <a:lnTo>
                    <a:pt x="207810" y="450278"/>
                  </a:lnTo>
                  <a:lnTo>
                    <a:pt x="173177" y="450278"/>
                  </a:lnTo>
                  <a:lnTo>
                    <a:pt x="173177" y="484911"/>
                  </a:lnTo>
                  <a:lnTo>
                    <a:pt x="207810" y="484911"/>
                  </a:lnTo>
                  <a:lnTo>
                    <a:pt x="207810" y="554189"/>
                  </a:lnTo>
                  <a:lnTo>
                    <a:pt x="242455" y="554189"/>
                  </a:lnTo>
                  <a:lnTo>
                    <a:pt x="242455" y="519557"/>
                  </a:lnTo>
                  <a:lnTo>
                    <a:pt x="277088" y="519557"/>
                  </a:lnTo>
                  <a:lnTo>
                    <a:pt x="277088" y="554189"/>
                  </a:lnTo>
                  <a:lnTo>
                    <a:pt x="242455" y="554189"/>
                  </a:lnTo>
                  <a:lnTo>
                    <a:pt x="242455" y="623468"/>
                  </a:lnTo>
                  <a:lnTo>
                    <a:pt x="207810" y="623468"/>
                  </a:lnTo>
                  <a:lnTo>
                    <a:pt x="207810" y="658101"/>
                  </a:lnTo>
                  <a:lnTo>
                    <a:pt x="242455" y="658101"/>
                  </a:lnTo>
                  <a:lnTo>
                    <a:pt x="277088" y="658101"/>
                  </a:lnTo>
                  <a:lnTo>
                    <a:pt x="311721" y="658101"/>
                  </a:lnTo>
                  <a:lnTo>
                    <a:pt x="311721" y="623468"/>
                  </a:lnTo>
                  <a:lnTo>
                    <a:pt x="277088" y="623468"/>
                  </a:lnTo>
                  <a:lnTo>
                    <a:pt x="277088" y="588822"/>
                  </a:lnTo>
                  <a:lnTo>
                    <a:pt x="311721" y="588822"/>
                  </a:lnTo>
                  <a:lnTo>
                    <a:pt x="311721" y="484911"/>
                  </a:lnTo>
                  <a:close/>
                </a:path>
                <a:path w="346710" h="1004569">
                  <a:moveTo>
                    <a:pt x="311721" y="311734"/>
                  </a:moveTo>
                  <a:lnTo>
                    <a:pt x="277088" y="311734"/>
                  </a:lnTo>
                  <a:lnTo>
                    <a:pt x="242455" y="311734"/>
                  </a:lnTo>
                  <a:lnTo>
                    <a:pt x="242455" y="277088"/>
                  </a:lnTo>
                  <a:lnTo>
                    <a:pt x="207810" y="277088"/>
                  </a:lnTo>
                  <a:lnTo>
                    <a:pt x="207810" y="381000"/>
                  </a:lnTo>
                  <a:lnTo>
                    <a:pt x="173177" y="381000"/>
                  </a:lnTo>
                  <a:lnTo>
                    <a:pt x="173177" y="415645"/>
                  </a:lnTo>
                  <a:lnTo>
                    <a:pt x="207810" y="415645"/>
                  </a:lnTo>
                  <a:lnTo>
                    <a:pt x="242455" y="415645"/>
                  </a:lnTo>
                  <a:lnTo>
                    <a:pt x="242455" y="346367"/>
                  </a:lnTo>
                  <a:lnTo>
                    <a:pt x="277088" y="346367"/>
                  </a:lnTo>
                  <a:lnTo>
                    <a:pt x="277088" y="381000"/>
                  </a:lnTo>
                  <a:lnTo>
                    <a:pt x="311721" y="381000"/>
                  </a:lnTo>
                  <a:lnTo>
                    <a:pt x="311721" y="311734"/>
                  </a:lnTo>
                  <a:close/>
                </a:path>
                <a:path w="346710" h="1004569">
                  <a:moveTo>
                    <a:pt x="311721" y="69278"/>
                  </a:moveTo>
                  <a:lnTo>
                    <a:pt x="277088" y="69278"/>
                  </a:lnTo>
                  <a:lnTo>
                    <a:pt x="277088" y="138557"/>
                  </a:lnTo>
                  <a:lnTo>
                    <a:pt x="277088" y="173189"/>
                  </a:lnTo>
                  <a:lnTo>
                    <a:pt x="311721" y="173189"/>
                  </a:lnTo>
                  <a:lnTo>
                    <a:pt x="311721" y="138557"/>
                  </a:lnTo>
                  <a:lnTo>
                    <a:pt x="311721" y="69278"/>
                  </a:lnTo>
                  <a:close/>
                </a:path>
                <a:path w="346710" h="1004569">
                  <a:moveTo>
                    <a:pt x="346367" y="0"/>
                  </a:moveTo>
                  <a:lnTo>
                    <a:pt x="311721" y="0"/>
                  </a:lnTo>
                  <a:lnTo>
                    <a:pt x="277088" y="0"/>
                  </a:lnTo>
                  <a:lnTo>
                    <a:pt x="242455" y="0"/>
                  </a:lnTo>
                  <a:lnTo>
                    <a:pt x="207810" y="0"/>
                  </a:lnTo>
                  <a:lnTo>
                    <a:pt x="207810" y="69278"/>
                  </a:lnTo>
                  <a:lnTo>
                    <a:pt x="207810" y="138557"/>
                  </a:lnTo>
                  <a:lnTo>
                    <a:pt x="207810" y="242468"/>
                  </a:lnTo>
                  <a:lnTo>
                    <a:pt x="242455" y="242468"/>
                  </a:lnTo>
                  <a:lnTo>
                    <a:pt x="277088" y="242468"/>
                  </a:lnTo>
                  <a:lnTo>
                    <a:pt x="311721" y="242468"/>
                  </a:lnTo>
                  <a:lnTo>
                    <a:pt x="311721" y="207822"/>
                  </a:lnTo>
                  <a:lnTo>
                    <a:pt x="277088" y="207822"/>
                  </a:lnTo>
                  <a:lnTo>
                    <a:pt x="242455" y="207822"/>
                  </a:lnTo>
                  <a:lnTo>
                    <a:pt x="242455" y="138557"/>
                  </a:lnTo>
                  <a:lnTo>
                    <a:pt x="242455" y="69278"/>
                  </a:lnTo>
                  <a:lnTo>
                    <a:pt x="242455" y="34645"/>
                  </a:lnTo>
                  <a:lnTo>
                    <a:pt x="277088" y="34645"/>
                  </a:lnTo>
                  <a:lnTo>
                    <a:pt x="311721" y="34645"/>
                  </a:lnTo>
                  <a:lnTo>
                    <a:pt x="346367" y="34645"/>
                  </a:lnTo>
                  <a:lnTo>
                    <a:pt x="34636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4855692" y="18452375"/>
              <a:ext cx="139065" cy="1004569"/>
            </a:xfrm>
            <a:custGeom>
              <a:avLst/>
              <a:gdLst/>
              <a:ahLst/>
              <a:cxnLst/>
              <a:rect l="l" t="t" r="r" b="b"/>
              <a:pathLst>
                <a:path w="139064" h="1004569">
                  <a:moveTo>
                    <a:pt x="34645" y="935189"/>
                  </a:moveTo>
                  <a:lnTo>
                    <a:pt x="0" y="935189"/>
                  </a:lnTo>
                  <a:lnTo>
                    <a:pt x="0" y="1004468"/>
                  </a:lnTo>
                  <a:lnTo>
                    <a:pt x="34645" y="1004468"/>
                  </a:lnTo>
                  <a:lnTo>
                    <a:pt x="34645" y="935189"/>
                  </a:lnTo>
                  <a:close/>
                </a:path>
                <a:path w="139064" h="1004569">
                  <a:moveTo>
                    <a:pt x="34645" y="865911"/>
                  </a:moveTo>
                  <a:lnTo>
                    <a:pt x="0" y="865911"/>
                  </a:lnTo>
                  <a:lnTo>
                    <a:pt x="0" y="900557"/>
                  </a:lnTo>
                  <a:lnTo>
                    <a:pt x="34645" y="900557"/>
                  </a:lnTo>
                  <a:lnTo>
                    <a:pt x="34645" y="865911"/>
                  </a:lnTo>
                  <a:close/>
                </a:path>
                <a:path w="139064" h="1004569">
                  <a:moveTo>
                    <a:pt x="34645" y="277088"/>
                  </a:moveTo>
                  <a:lnTo>
                    <a:pt x="0" y="277088"/>
                  </a:lnTo>
                  <a:lnTo>
                    <a:pt x="0" y="311734"/>
                  </a:lnTo>
                  <a:lnTo>
                    <a:pt x="34645" y="311734"/>
                  </a:lnTo>
                  <a:lnTo>
                    <a:pt x="34645" y="277088"/>
                  </a:lnTo>
                  <a:close/>
                </a:path>
                <a:path w="139064" h="1004569">
                  <a:moveTo>
                    <a:pt x="69278" y="900557"/>
                  </a:moveTo>
                  <a:lnTo>
                    <a:pt x="34645" y="900557"/>
                  </a:lnTo>
                  <a:lnTo>
                    <a:pt x="34645" y="935189"/>
                  </a:lnTo>
                  <a:lnTo>
                    <a:pt x="69278" y="935189"/>
                  </a:lnTo>
                  <a:lnTo>
                    <a:pt x="69278" y="900557"/>
                  </a:lnTo>
                  <a:close/>
                </a:path>
                <a:path w="139064" h="1004569">
                  <a:moveTo>
                    <a:pt x="69278" y="831278"/>
                  </a:moveTo>
                  <a:lnTo>
                    <a:pt x="34645" y="831278"/>
                  </a:lnTo>
                  <a:lnTo>
                    <a:pt x="34645" y="865911"/>
                  </a:lnTo>
                  <a:lnTo>
                    <a:pt x="69278" y="865911"/>
                  </a:lnTo>
                  <a:lnTo>
                    <a:pt x="69278" y="831278"/>
                  </a:lnTo>
                  <a:close/>
                </a:path>
                <a:path w="139064" h="1004569">
                  <a:moveTo>
                    <a:pt x="69278" y="69278"/>
                  </a:moveTo>
                  <a:lnTo>
                    <a:pt x="34645" y="69278"/>
                  </a:lnTo>
                  <a:lnTo>
                    <a:pt x="0" y="69278"/>
                  </a:lnTo>
                  <a:lnTo>
                    <a:pt x="0" y="138557"/>
                  </a:lnTo>
                  <a:lnTo>
                    <a:pt x="0" y="173189"/>
                  </a:lnTo>
                  <a:lnTo>
                    <a:pt x="34645" y="173189"/>
                  </a:lnTo>
                  <a:lnTo>
                    <a:pt x="69278" y="173189"/>
                  </a:lnTo>
                  <a:lnTo>
                    <a:pt x="69278" y="138557"/>
                  </a:lnTo>
                  <a:lnTo>
                    <a:pt x="69278" y="69278"/>
                  </a:lnTo>
                  <a:close/>
                </a:path>
                <a:path w="139064" h="1004569">
                  <a:moveTo>
                    <a:pt x="103911" y="935189"/>
                  </a:moveTo>
                  <a:lnTo>
                    <a:pt x="69278" y="935189"/>
                  </a:lnTo>
                  <a:lnTo>
                    <a:pt x="69278" y="1004468"/>
                  </a:lnTo>
                  <a:lnTo>
                    <a:pt x="103911" y="1004468"/>
                  </a:lnTo>
                  <a:lnTo>
                    <a:pt x="103911" y="935189"/>
                  </a:lnTo>
                  <a:close/>
                </a:path>
                <a:path w="139064" h="1004569">
                  <a:moveTo>
                    <a:pt x="103911" y="346367"/>
                  </a:moveTo>
                  <a:lnTo>
                    <a:pt x="69278" y="346367"/>
                  </a:lnTo>
                  <a:lnTo>
                    <a:pt x="34645" y="346367"/>
                  </a:lnTo>
                  <a:lnTo>
                    <a:pt x="34645" y="381000"/>
                  </a:lnTo>
                  <a:lnTo>
                    <a:pt x="69278" y="381000"/>
                  </a:lnTo>
                  <a:lnTo>
                    <a:pt x="103911" y="381000"/>
                  </a:lnTo>
                  <a:lnTo>
                    <a:pt x="103911" y="346367"/>
                  </a:lnTo>
                  <a:close/>
                </a:path>
                <a:path w="139064" h="1004569">
                  <a:moveTo>
                    <a:pt x="138557" y="865911"/>
                  </a:moveTo>
                  <a:lnTo>
                    <a:pt x="103911" y="865911"/>
                  </a:lnTo>
                  <a:lnTo>
                    <a:pt x="103911" y="935189"/>
                  </a:lnTo>
                  <a:lnTo>
                    <a:pt x="138557" y="935189"/>
                  </a:lnTo>
                  <a:lnTo>
                    <a:pt x="138557" y="865911"/>
                  </a:lnTo>
                  <a:close/>
                </a:path>
                <a:path w="139064" h="1004569">
                  <a:moveTo>
                    <a:pt x="138557" y="450278"/>
                  </a:moveTo>
                  <a:lnTo>
                    <a:pt x="103911" y="450278"/>
                  </a:lnTo>
                  <a:lnTo>
                    <a:pt x="69278" y="450278"/>
                  </a:lnTo>
                  <a:lnTo>
                    <a:pt x="69278" y="415645"/>
                  </a:lnTo>
                  <a:lnTo>
                    <a:pt x="34645" y="415645"/>
                  </a:lnTo>
                  <a:lnTo>
                    <a:pt x="0" y="415645"/>
                  </a:lnTo>
                  <a:lnTo>
                    <a:pt x="0" y="450278"/>
                  </a:lnTo>
                  <a:lnTo>
                    <a:pt x="34645" y="450278"/>
                  </a:lnTo>
                  <a:lnTo>
                    <a:pt x="34645" y="519557"/>
                  </a:lnTo>
                  <a:lnTo>
                    <a:pt x="69278" y="519557"/>
                  </a:lnTo>
                  <a:lnTo>
                    <a:pt x="69278" y="588822"/>
                  </a:lnTo>
                  <a:lnTo>
                    <a:pt x="34645" y="588822"/>
                  </a:lnTo>
                  <a:lnTo>
                    <a:pt x="34645" y="554189"/>
                  </a:lnTo>
                  <a:lnTo>
                    <a:pt x="0" y="554189"/>
                  </a:lnTo>
                  <a:lnTo>
                    <a:pt x="0" y="623468"/>
                  </a:lnTo>
                  <a:lnTo>
                    <a:pt x="34645" y="623468"/>
                  </a:lnTo>
                  <a:lnTo>
                    <a:pt x="34645" y="692734"/>
                  </a:lnTo>
                  <a:lnTo>
                    <a:pt x="0" y="692734"/>
                  </a:lnTo>
                  <a:lnTo>
                    <a:pt x="0" y="831278"/>
                  </a:lnTo>
                  <a:lnTo>
                    <a:pt x="34645" y="831278"/>
                  </a:lnTo>
                  <a:lnTo>
                    <a:pt x="34645" y="762012"/>
                  </a:lnTo>
                  <a:lnTo>
                    <a:pt x="69278" y="762012"/>
                  </a:lnTo>
                  <a:lnTo>
                    <a:pt x="69278" y="831278"/>
                  </a:lnTo>
                  <a:lnTo>
                    <a:pt x="103911" y="831278"/>
                  </a:lnTo>
                  <a:lnTo>
                    <a:pt x="103911" y="762012"/>
                  </a:lnTo>
                  <a:lnTo>
                    <a:pt x="138557" y="762012"/>
                  </a:lnTo>
                  <a:lnTo>
                    <a:pt x="138557" y="727367"/>
                  </a:lnTo>
                  <a:lnTo>
                    <a:pt x="103911" y="727367"/>
                  </a:lnTo>
                  <a:lnTo>
                    <a:pt x="69278" y="727367"/>
                  </a:lnTo>
                  <a:lnTo>
                    <a:pt x="69278" y="623468"/>
                  </a:lnTo>
                  <a:lnTo>
                    <a:pt x="103911" y="623468"/>
                  </a:lnTo>
                  <a:lnTo>
                    <a:pt x="103911" y="519557"/>
                  </a:lnTo>
                  <a:lnTo>
                    <a:pt x="138557" y="519557"/>
                  </a:lnTo>
                  <a:lnTo>
                    <a:pt x="138557" y="450278"/>
                  </a:lnTo>
                  <a:close/>
                </a:path>
                <a:path w="139064" h="1004569">
                  <a:moveTo>
                    <a:pt x="138557" y="381000"/>
                  </a:moveTo>
                  <a:lnTo>
                    <a:pt x="103911" y="381000"/>
                  </a:lnTo>
                  <a:lnTo>
                    <a:pt x="103911" y="415645"/>
                  </a:lnTo>
                  <a:lnTo>
                    <a:pt x="138557" y="415645"/>
                  </a:lnTo>
                  <a:lnTo>
                    <a:pt x="138557" y="381000"/>
                  </a:lnTo>
                  <a:close/>
                </a:path>
                <a:path w="139064" h="1004569">
                  <a:moveTo>
                    <a:pt x="138557" y="277088"/>
                  </a:moveTo>
                  <a:lnTo>
                    <a:pt x="103911" y="277088"/>
                  </a:lnTo>
                  <a:lnTo>
                    <a:pt x="69278" y="277088"/>
                  </a:lnTo>
                  <a:lnTo>
                    <a:pt x="69278" y="311734"/>
                  </a:lnTo>
                  <a:lnTo>
                    <a:pt x="103911" y="311734"/>
                  </a:lnTo>
                  <a:lnTo>
                    <a:pt x="103911" y="346367"/>
                  </a:lnTo>
                  <a:lnTo>
                    <a:pt x="138557" y="346367"/>
                  </a:lnTo>
                  <a:lnTo>
                    <a:pt x="138557" y="277088"/>
                  </a:lnTo>
                  <a:close/>
                </a:path>
                <a:path w="139064" h="1004569">
                  <a:moveTo>
                    <a:pt x="138557" y="0"/>
                  </a:moveTo>
                  <a:lnTo>
                    <a:pt x="103911" y="0"/>
                  </a:lnTo>
                  <a:lnTo>
                    <a:pt x="69278" y="0"/>
                  </a:lnTo>
                  <a:lnTo>
                    <a:pt x="34645" y="0"/>
                  </a:lnTo>
                  <a:lnTo>
                    <a:pt x="0" y="0"/>
                  </a:lnTo>
                  <a:lnTo>
                    <a:pt x="0" y="34645"/>
                  </a:lnTo>
                  <a:lnTo>
                    <a:pt x="34645" y="34645"/>
                  </a:lnTo>
                  <a:lnTo>
                    <a:pt x="69278" y="34645"/>
                  </a:lnTo>
                  <a:lnTo>
                    <a:pt x="103911" y="34645"/>
                  </a:lnTo>
                  <a:lnTo>
                    <a:pt x="103911" y="69278"/>
                  </a:lnTo>
                  <a:lnTo>
                    <a:pt x="103911" y="138557"/>
                  </a:lnTo>
                  <a:lnTo>
                    <a:pt x="103911" y="207822"/>
                  </a:lnTo>
                  <a:lnTo>
                    <a:pt x="69278" y="207822"/>
                  </a:lnTo>
                  <a:lnTo>
                    <a:pt x="34645" y="207822"/>
                  </a:lnTo>
                  <a:lnTo>
                    <a:pt x="0" y="207822"/>
                  </a:lnTo>
                  <a:lnTo>
                    <a:pt x="0" y="242468"/>
                  </a:lnTo>
                  <a:lnTo>
                    <a:pt x="34645" y="242468"/>
                  </a:lnTo>
                  <a:lnTo>
                    <a:pt x="69278" y="242468"/>
                  </a:lnTo>
                  <a:lnTo>
                    <a:pt x="103911" y="242468"/>
                  </a:lnTo>
                  <a:lnTo>
                    <a:pt x="138557" y="242468"/>
                  </a:lnTo>
                  <a:lnTo>
                    <a:pt x="138557" y="138557"/>
                  </a:lnTo>
                  <a:lnTo>
                    <a:pt x="138557" y="69278"/>
                  </a:lnTo>
                  <a:lnTo>
                    <a:pt x="138557" y="0"/>
                  </a:lnTo>
                  <a:close/>
                </a:path>
              </a:pathLst>
            </a:custGeom>
            <a:solidFill>
              <a:srgbClr val="231F2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52114" y="18814964"/>
              <a:ext cx="270244" cy="229814"/>
            </a:xfrm>
            <a:prstGeom prst="rect">
              <a:avLst/>
            </a:prstGeom>
          </p:spPr>
        </p:pic>
      </p:grpSp>
      <p:sp>
        <p:nvSpPr>
          <p:cNvPr id="97" name="object 97" descr=""/>
          <p:cNvSpPr txBox="1"/>
          <p:nvPr/>
        </p:nvSpPr>
        <p:spPr>
          <a:xfrm>
            <a:off x="537049" y="8813138"/>
            <a:ext cx="6061075" cy="17418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59385">
              <a:lnSpc>
                <a:spcPct val="102400"/>
              </a:lnSpc>
              <a:spcBef>
                <a:spcPts val="95"/>
              </a:spcBef>
            </a:pPr>
            <a:r>
              <a:rPr dirty="0" sz="1100" spc="-45">
                <a:solidFill>
                  <a:srgbClr val="231F20"/>
                </a:solidFill>
                <a:latin typeface="Arial"/>
                <a:cs typeface="Arial"/>
              </a:rPr>
              <a:t>RQ1:</a:t>
            </a:r>
            <a:r>
              <a:rPr dirty="0" sz="1100" spc="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To</a:t>
            </a:r>
            <a:r>
              <a:rPr dirty="0" sz="1100" spc="9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what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extent</a:t>
            </a:r>
            <a:r>
              <a:rPr dirty="0" sz="1100" spc="9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do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LLM-based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recommendation</a:t>
            </a:r>
            <a:r>
              <a:rPr dirty="0" sz="11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methods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improve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cross-domain</a:t>
            </a:r>
            <a:r>
              <a:rPr dirty="0" sz="11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recom-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mender</a:t>
            </a:r>
            <a:r>
              <a:rPr dirty="0" sz="11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systems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,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which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aspects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like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user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personalization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relevance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benefit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most?</a:t>
            </a:r>
            <a:endParaRPr sz="1100">
              <a:latin typeface="Roboto"/>
              <a:cs typeface="Roboto"/>
            </a:endParaRPr>
          </a:p>
          <a:p>
            <a:pPr algn="just" marL="12700" marR="5080">
              <a:lnSpc>
                <a:spcPct val="102400"/>
              </a:lnSpc>
              <a:spcBef>
                <a:spcPts val="1350"/>
              </a:spcBef>
            </a:pPr>
            <a:r>
              <a:rPr dirty="0" sz="1100" spc="-55">
                <a:solidFill>
                  <a:srgbClr val="231F20"/>
                </a:solidFill>
                <a:latin typeface="Arial"/>
                <a:cs typeface="Arial"/>
              </a:rPr>
              <a:t>RQ2:</a:t>
            </a:r>
            <a:r>
              <a:rPr dirty="0" sz="1100" spc="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To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what</a:t>
            </a:r>
            <a:r>
              <a:rPr dirty="0" sz="1100" spc="9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extent</a:t>
            </a:r>
            <a:r>
              <a:rPr dirty="0" sz="1100" spc="8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do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beyond-accuracy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metrics</a:t>
            </a:r>
            <a:r>
              <a:rPr dirty="0" sz="1100" spc="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(novelty,</a:t>
            </a:r>
            <a:r>
              <a:rPr dirty="0" sz="1100" spc="9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diversity,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serendipity)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impact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fairness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100" spc="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accuracy</a:t>
            </a:r>
            <a:r>
              <a:rPr dirty="0" sz="1100" spc="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100" spc="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cross-domain</a:t>
            </a:r>
            <a:r>
              <a:rPr dirty="0" sz="1100" spc="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news</a:t>
            </a:r>
            <a:r>
              <a:rPr dirty="0" sz="1100" spc="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100" spc="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lifestyle</a:t>
            </a:r>
            <a:r>
              <a:rPr dirty="0" sz="1100" spc="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recommender</a:t>
            </a:r>
            <a:r>
              <a:rPr dirty="0" sz="1100" spc="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systems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,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how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do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these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231F20"/>
                </a:solidFill>
                <a:latin typeface="Roboto"/>
                <a:cs typeface="Roboto"/>
              </a:rPr>
              <a:t>im-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pacts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differ</a:t>
            </a:r>
            <a:r>
              <a:rPr dirty="0" sz="110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between</a:t>
            </a:r>
            <a:r>
              <a:rPr dirty="0" sz="110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traditional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110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LLM-based</a:t>
            </a:r>
            <a:r>
              <a:rPr dirty="0" sz="110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systems?</a:t>
            </a:r>
            <a:endParaRPr sz="1100">
              <a:latin typeface="Roboto"/>
              <a:cs typeface="Roboto"/>
            </a:endParaRPr>
          </a:p>
          <a:p>
            <a:pPr marL="12700" marR="76835">
              <a:lnSpc>
                <a:spcPct val="102400"/>
              </a:lnSpc>
              <a:spcBef>
                <a:spcPts val="1350"/>
              </a:spcBef>
            </a:pPr>
            <a:r>
              <a:rPr dirty="0" sz="1100" spc="-45">
                <a:solidFill>
                  <a:srgbClr val="231F20"/>
                </a:solidFill>
                <a:latin typeface="Arial"/>
                <a:cs typeface="Arial"/>
              </a:rPr>
              <a:t>RQ3:</a:t>
            </a:r>
            <a:r>
              <a:rPr dirty="0" sz="11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To</a:t>
            </a:r>
            <a:r>
              <a:rPr dirty="0" sz="1100" spc="1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what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extent</a:t>
            </a:r>
            <a:r>
              <a:rPr dirty="0" sz="1100" spc="1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can</a:t>
            </a:r>
            <a:r>
              <a:rPr dirty="0" sz="1100" spc="10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bias</a:t>
            </a:r>
            <a:r>
              <a:rPr dirty="0" sz="11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1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cross-domain</a:t>
            </a:r>
            <a:r>
              <a:rPr dirty="0" sz="11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recommender</a:t>
            </a:r>
            <a:r>
              <a:rPr dirty="0" sz="11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systems</a:t>
            </a:r>
            <a:r>
              <a:rPr dirty="0" sz="1100" spc="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be</a:t>
            </a:r>
            <a:r>
              <a:rPr dirty="0" sz="1100" spc="1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identified,</a:t>
            </a:r>
            <a:r>
              <a:rPr dirty="0" sz="11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measured,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1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reduced</a:t>
            </a:r>
            <a:r>
              <a:rPr dirty="0" sz="11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with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LLM-based</a:t>
            </a:r>
            <a:r>
              <a:rPr dirty="0" sz="11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methods</a:t>
            </a:r>
            <a:r>
              <a:rPr dirty="0" sz="11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compared</a:t>
            </a:r>
            <a:r>
              <a:rPr dirty="0" sz="1100" spc="1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to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traditional</a:t>
            </a:r>
            <a:r>
              <a:rPr dirty="0" sz="11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methods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,</a:t>
            </a:r>
            <a:r>
              <a:rPr dirty="0" sz="1100" spc="1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dirty="0" sz="11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evaluation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strategies</a:t>
            </a:r>
            <a:r>
              <a:rPr dirty="0" sz="1100" spc="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can</a:t>
            </a:r>
            <a:r>
              <a:rPr dirty="0" sz="11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be</a:t>
            </a:r>
            <a:r>
              <a:rPr dirty="0" sz="11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developed</a:t>
            </a:r>
            <a:r>
              <a:rPr dirty="0" sz="11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to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handle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challenges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like</a:t>
            </a:r>
            <a:r>
              <a:rPr dirty="0" sz="110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decreased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diversity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hallucination?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535360" y="15394863"/>
            <a:ext cx="5756910" cy="20847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30810">
              <a:lnSpc>
                <a:spcPct val="102400"/>
              </a:lnSpc>
              <a:spcBef>
                <a:spcPts val="95"/>
              </a:spcBef>
            </a:pP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A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modular</a:t>
            </a:r>
            <a:r>
              <a:rPr dirty="0" sz="1100" spc="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recommendation</a:t>
            </a:r>
            <a:r>
              <a:rPr dirty="0" sz="1100" spc="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framework</a:t>
            </a:r>
            <a:r>
              <a:rPr dirty="0" sz="1100" spc="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enabling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integration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evaluation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various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recommendation</a:t>
            </a:r>
            <a:r>
              <a:rPr dirty="0" sz="1100" spc="9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algorithms,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including</a:t>
            </a:r>
            <a:r>
              <a:rPr dirty="0" sz="1100" spc="9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LLM-based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approaches.</a:t>
            </a:r>
            <a:endParaRPr sz="1100">
              <a:latin typeface="Roboto"/>
              <a:cs typeface="Roboto"/>
            </a:endParaRPr>
          </a:p>
          <a:p>
            <a:pPr marL="12700" marR="17780">
              <a:lnSpc>
                <a:spcPct val="102400"/>
              </a:lnSpc>
              <a:spcBef>
                <a:spcPts val="1350"/>
              </a:spcBef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Deployment</a:t>
            </a:r>
            <a:r>
              <a:rPr dirty="0" sz="1100" spc="9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within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1100" spc="1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news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ecosystem</a:t>
            </a:r>
            <a:r>
              <a:rPr dirty="0" sz="11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allows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1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real-world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testing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,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which</a:t>
            </a:r>
            <a:r>
              <a:rPr dirty="0" sz="1100" spc="9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overcomes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231F20"/>
                </a:solidFill>
                <a:latin typeface="Roboto"/>
                <a:cs typeface="Roboto"/>
              </a:rPr>
              <a:t>the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problem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solely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evaluating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against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offline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data.</a:t>
            </a:r>
            <a:endParaRPr sz="1100">
              <a:latin typeface="Roboto"/>
              <a:cs typeface="Roboto"/>
            </a:endParaRPr>
          </a:p>
          <a:p>
            <a:pPr marL="12700" marR="265430">
              <a:lnSpc>
                <a:spcPct val="102400"/>
              </a:lnSpc>
              <a:spcBef>
                <a:spcPts val="1350"/>
              </a:spcBef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New</a:t>
            </a:r>
            <a:r>
              <a:rPr dirty="0" sz="1100" spc="1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insights</a:t>
            </a:r>
            <a:r>
              <a:rPr dirty="0" sz="1100" spc="10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into</a:t>
            </a:r>
            <a:r>
              <a:rPr dirty="0" sz="1100" spc="1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which</a:t>
            </a:r>
            <a:r>
              <a:rPr dirty="0" sz="1100" spc="10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aspects</a:t>
            </a:r>
            <a:r>
              <a:rPr dirty="0" sz="1100" spc="1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1100" spc="1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traditional</a:t>
            </a:r>
            <a:r>
              <a:rPr dirty="0" sz="11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approaches</a:t>
            </a:r>
            <a:r>
              <a:rPr dirty="0" sz="11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within</a:t>
            </a:r>
            <a:r>
              <a:rPr dirty="0" sz="11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cross-domain</a:t>
            </a:r>
            <a:r>
              <a:rPr dirty="0" sz="11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recom-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mender</a:t>
            </a:r>
            <a:r>
              <a:rPr dirty="0" sz="11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systems</a:t>
            </a:r>
            <a:r>
              <a:rPr dirty="0" sz="1100" spc="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can</a:t>
            </a:r>
            <a:r>
              <a:rPr dirty="0" sz="1100" spc="8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be</a:t>
            </a:r>
            <a:r>
              <a:rPr dirty="0" sz="1100" spc="8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improved</a:t>
            </a:r>
            <a:r>
              <a:rPr dirty="0" sz="11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by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LLMs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.</a:t>
            </a:r>
            <a:endParaRPr sz="1100">
              <a:latin typeface="Roboto"/>
              <a:cs typeface="Roboto"/>
            </a:endParaRPr>
          </a:p>
          <a:p>
            <a:pPr marL="12700" marR="5080">
              <a:lnSpc>
                <a:spcPct val="102400"/>
              </a:lnSpc>
              <a:spcBef>
                <a:spcPts val="1350"/>
              </a:spcBef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New</a:t>
            </a:r>
            <a:r>
              <a:rPr dirty="0" sz="110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approaches</a:t>
            </a:r>
            <a:r>
              <a:rPr dirty="0" sz="1100" spc="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100" spc="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identify</a:t>
            </a:r>
            <a:r>
              <a:rPr dirty="0" sz="11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100" spc="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mitigate</a:t>
            </a:r>
            <a:r>
              <a:rPr dirty="0" sz="11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bias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,</a:t>
            </a:r>
            <a:r>
              <a:rPr dirty="0" sz="110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as</a:t>
            </a:r>
            <a:r>
              <a:rPr dirty="0" sz="110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well</a:t>
            </a:r>
            <a:r>
              <a:rPr dirty="0" sz="110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as</a:t>
            </a:r>
            <a:r>
              <a:rPr dirty="0" sz="110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to</a:t>
            </a:r>
            <a:r>
              <a:rPr dirty="0" sz="1100" spc="8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better</a:t>
            </a:r>
            <a:r>
              <a:rPr dirty="0" sz="110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understand</a:t>
            </a:r>
            <a:r>
              <a:rPr dirty="0" sz="110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fairness</a:t>
            </a:r>
            <a:r>
              <a:rPr dirty="0" sz="110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(e.g.,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problem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decreased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diversity,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hallucinations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LLMs),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within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interplay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1100" spc="500">
                <a:solidFill>
                  <a:srgbClr val="231F20"/>
                </a:solidFill>
                <a:latin typeface="Roboto"/>
                <a:cs typeface="Roboto"/>
              </a:rPr>
              <a:t> 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traditional</a:t>
            </a:r>
            <a:r>
              <a:rPr dirty="0" sz="1100" spc="4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methods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LLMs.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7389051" y="15569967"/>
            <a:ext cx="6047105" cy="12268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Aligned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with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principles</a:t>
            </a:r>
            <a:r>
              <a:rPr dirty="0" sz="11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1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Digital</a:t>
            </a:r>
            <a:r>
              <a:rPr dirty="0" sz="11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Humanism</a:t>
            </a:r>
            <a:r>
              <a:rPr dirty="0" sz="11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(Fig.</a:t>
            </a:r>
            <a:r>
              <a:rPr dirty="0" sz="11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6)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,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this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doctoral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research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aims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to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develop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new</a:t>
            </a:r>
            <a:r>
              <a:rPr dirty="0" sz="11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methods</a:t>
            </a:r>
            <a:r>
              <a:rPr dirty="0" sz="11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1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insights</a:t>
            </a:r>
            <a:r>
              <a:rPr dirty="0" sz="11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1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address</a:t>
            </a:r>
            <a:r>
              <a:rPr dirty="0" sz="11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unfairness</a:t>
            </a:r>
            <a:r>
              <a:rPr dirty="0" sz="11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1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bias</a:t>
            </a:r>
            <a:r>
              <a:rPr dirty="0" sz="11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1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both</a:t>
            </a:r>
            <a:r>
              <a:rPr dirty="0" sz="11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traditional</a:t>
            </a:r>
            <a:r>
              <a:rPr dirty="0" sz="11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100" spc="7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LLM-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based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cross-domain</a:t>
            </a:r>
            <a:r>
              <a:rPr dirty="0" sz="1100" spc="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recommender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systems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.</a:t>
            </a:r>
            <a:r>
              <a:rPr dirty="0" sz="1100" spc="8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While</a:t>
            </a:r>
            <a:r>
              <a:rPr dirty="0" sz="1100" spc="8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generative</a:t>
            </a:r>
            <a:r>
              <a:rPr dirty="0" sz="1100" spc="8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AI</a:t>
            </a:r>
            <a:r>
              <a:rPr dirty="0" sz="1100" spc="9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offers</a:t>
            </a:r>
            <a:r>
              <a:rPr dirty="0" sz="1100" spc="8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significant</a:t>
            </a:r>
            <a:r>
              <a:rPr dirty="0" sz="1100" spc="8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potential,</a:t>
            </a:r>
            <a:r>
              <a:rPr dirty="0" sz="1100" spc="9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it</a:t>
            </a:r>
            <a:r>
              <a:rPr dirty="0" sz="1100" spc="8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also</a:t>
            </a:r>
            <a:r>
              <a:rPr dirty="0" sz="1100" spc="8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231F20"/>
                </a:solidFill>
                <a:latin typeface="Roboto"/>
                <a:cs typeface="Roboto"/>
              </a:rPr>
              <a:t>pre-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sents</a:t>
            </a:r>
            <a:r>
              <a:rPr dirty="0" sz="1100" spc="9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challenges</a:t>
            </a:r>
            <a:r>
              <a:rPr dirty="0" sz="11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such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as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hallucinations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reduced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diversity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.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By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comparing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novel</a:t>
            </a:r>
            <a:r>
              <a:rPr dirty="0" sz="1100" spc="9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LLM-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based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approaches</a:t>
            </a:r>
            <a:r>
              <a:rPr dirty="0" sz="110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with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traditional</a:t>
            </a:r>
            <a:r>
              <a:rPr dirty="0" sz="110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methods,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this</a:t>
            </a:r>
            <a:r>
              <a:rPr dirty="0" sz="110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work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seeks</a:t>
            </a:r>
            <a:r>
              <a:rPr dirty="0" sz="110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to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enhance</a:t>
            </a:r>
            <a:r>
              <a:rPr dirty="0" sz="11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1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quality</a:t>
            </a:r>
            <a:r>
              <a:rPr dirty="0" sz="11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100" spc="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fairness</a:t>
            </a:r>
            <a:r>
              <a:rPr dirty="0" sz="1100" spc="30">
                <a:solidFill>
                  <a:srgbClr val="231F20"/>
                </a:solidFill>
                <a:latin typeface="Arial"/>
                <a:cs typeface="Arial"/>
              </a:rPr>
              <a:t> of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cross-domain</a:t>
            </a:r>
            <a:r>
              <a:rPr dirty="0" sz="1100" spc="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recommendations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,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emphasizing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importance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keeping</a:t>
            </a:r>
            <a:r>
              <a:rPr dirty="0" sz="1100" spc="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AI</a:t>
            </a:r>
            <a:r>
              <a:rPr dirty="0" sz="1100" spc="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in</a:t>
            </a:r>
            <a:r>
              <a:rPr dirty="0" sz="1100" spc="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100" spc="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loop</a:t>
            </a:r>
            <a:r>
              <a:rPr dirty="0" sz="1100" spc="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rather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than</a:t>
            </a:r>
            <a:r>
              <a:rPr dirty="0" sz="11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dirty="0" sz="1100" spc="5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human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.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972819" y="6149536"/>
            <a:ext cx="50495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Investigate</a:t>
            </a:r>
            <a:r>
              <a:rPr dirty="0" sz="1100" spc="4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Traditional</a:t>
            </a:r>
            <a:r>
              <a:rPr dirty="0" sz="110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vs.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LLM-Enhanced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Cross-Domain</a:t>
            </a:r>
            <a:r>
              <a:rPr dirty="0" sz="110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Recommender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Systems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972819" y="6554716"/>
            <a:ext cx="5411470" cy="12103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Detect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Mitigate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231F20"/>
                </a:solidFill>
                <a:latin typeface="Roboto"/>
                <a:cs typeface="Roboto"/>
              </a:rPr>
              <a:t>Bias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Evaluate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Beyond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Accuracy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100">
              <a:latin typeface="Roboto"/>
              <a:cs typeface="Roboto"/>
            </a:endParaRPr>
          </a:p>
          <a:p>
            <a:pPr marL="12700" marR="5080">
              <a:lnSpc>
                <a:spcPct val="120800"/>
              </a:lnSpc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Applied</a:t>
            </a:r>
            <a:r>
              <a:rPr dirty="0" sz="1100" spc="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within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1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real-world</a:t>
            </a:r>
            <a:r>
              <a:rPr dirty="0" sz="11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setting</a:t>
            </a:r>
            <a:r>
              <a:rPr dirty="0" sz="11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in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domain</a:t>
            </a:r>
            <a:r>
              <a:rPr dirty="0" sz="11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1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news,</a:t>
            </a:r>
            <a:r>
              <a:rPr dirty="0" sz="11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books,</a:t>
            </a:r>
            <a:r>
              <a:rPr dirty="0" sz="11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1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various</a:t>
            </a:r>
            <a:r>
              <a:rPr dirty="0" sz="11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lifestyle areas.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7212414" y="11413893"/>
            <a:ext cx="2421255" cy="386715"/>
          </a:xfrm>
          <a:prstGeom prst="rect">
            <a:avLst/>
          </a:prstGeom>
          <a:solidFill>
            <a:srgbClr val="577173"/>
          </a:solidFill>
        </p:spPr>
        <p:txBody>
          <a:bodyPr wrap="square" lIns="0" tIns="95885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755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Long-Running</a:t>
            </a:r>
            <a:r>
              <a:rPr dirty="0" sz="165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FFFFFF"/>
                </a:solidFill>
                <a:latin typeface="Arial"/>
                <a:cs typeface="Arial"/>
              </a:rPr>
              <a:t>A/B</a:t>
            </a:r>
            <a:r>
              <a:rPr dirty="0" sz="16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Arial"/>
                <a:cs typeface="Arial"/>
              </a:rPr>
              <a:t>Test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103" name="object 103" descr=""/>
          <p:cNvGrpSpPr/>
          <p:nvPr/>
        </p:nvGrpSpPr>
        <p:grpSpPr>
          <a:xfrm>
            <a:off x="4498704" y="11909924"/>
            <a:ext cx="2085975" cy="2221230"/>
            <a:chOff x="4498704" y="11909924"/>
            <a:chExt cx="2085975" cy="2221230"/>
          </a:xfrm>
        </p:grpSpPr>
        <p:pic>
          <p:nvPicPr>
            <p:cNvPr id="104" name="object 104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498704" y="13235628"/>
              <a:ext cx="2057807" cy="895371"/>
            </a:xfrm>
            <a:prstGeom prst="rect">
              <a:avLst/>
            </a:prstGeom>
          </p:spPr>
        </p:pic>
        <p:pic>
          <p:nvPicPr>
            <p:cNvPr id="105" name="object 105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192159" y="11909924"/>
              <a:ext cx="1392498" cy="1040443"/>
            </a:xfrm>
            <a:prstGeom prst="rect">
              <a:avLst/>
            </a:prstGeom>
          </p:spPr>
        </p:pic>
      </p:grpSp>
      <p:sp>
        <p:nvSpPr>
          <p:cNvPr id="106" name="object 106" descr=""/>
          <p:cNvSpPr txBox="1"/>
          <p:nvPr/>
        </p:nvSpPr>
        <p:spPr>
          <a:xfrm>
            <a:off x="537049" y="11405802"/>
            <a:ext cx="275463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Modular</a:t>
            </a:r>
            <a:r>
              <a:rPr dirty="0" sz="1100" spc="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recommender</a:t>
            </a:r>
            <a:r>
              <a:rPr dirty="0" sz="1100" spc="1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system</a:t>
            </a:r>
            <a:r>
              <a:rPr dirty="0" sz="1100" spc="1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framework: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7" name="object 107" descr=""/>
          <p:cNvSpPr txBox="1"/>
          <p:nvPr/>
        </p:nvSpPr>
        <p:spPr>
          <a:xfrm>
            <a:off x="537049" y="12950252"/>
            <a:ext cx="281432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Through</a:t>
            </a:r>
            <a:r>
              <a:rPr dirty="0" sz="1100" spc="4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an</a:t>
            </a:r>
            <a:r>
              <a:rPr dirty="0" sz="1100" spc="4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offline</a:t>
            </a:r>
            <a:r>
              <a:rPr dirty="0" sz="1100" spc="4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dataset</a:t>
            </a:r>
            <a:r>
              <a:rPr dirty="0" sz="1100" spc="4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from</a:t>
            </a:r>
            <a:r>
              <a:rPr dirty="0" sz="1100" spc="4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derStandard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08" name="object 108" descr=""/>
          <p:cNvSpPr txBox="1"/>
          <p:nvPr/>
        </p:nvSpPr>
        <p:spPr>
          <a:xfrm>
            <a:off x="537049" y="13979886"/>
            <a:ext cx="3850640" cy="71183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Several</a:t>
            </a:r>
            <a:r>
              <a:rPr dirty="0" sz="11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co-supervised</a:t>
            </a:r>
            <a:r>
              <a:rPr dirty="0" sz="11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bachelor-</a:t>
            </a:r>
            <a:r>
              <a:rPr dirty="0" sz="1100" spc="7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100" spc="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master</a:t>
            </a:r>
            <a:r>
              <a:rPr dirty="0" sz="1100" spc="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thesis</a:t>
            </a:r>
            <a:r>
              <a:rPr dirty="0" sz="1100" spc="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projects: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Content-based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recommendations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(Dante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et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al.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231F20"/>
                </a:solidFill>
                <a:latin typeface="Roboto"/>
                <a:cs typeface="Roboto"/>
              </a:rPr>
              <a:t>[4])</a:t>
            </a:r>
            <a:endParaRPr sz="1100">
              <a:latin typeface="Roboto"/>
              <a:cs typeface="Roboto"/>
            </a:endParaRPr>
          </a:p>
          <a:p>
            <a:pPr marL="12700" marR="246379">
              <a:lnSpc>
                <a:spcPct val="102400"/>
              </a:lnSpc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Group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fairness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in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Recommender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Systems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(Blake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et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al.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231F20"/>
                </a:solidFill>
                <a:latin typeface="Roboto"/>
                <a:cs typeface="Roboto"/>
              </a:rPr>
              <a:t>[5])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User</a:t>
            </a:r>
            <a:r>
              <a:rPr dirty="0" sz="1100" spc="3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roles</a:t>
            </a:r>
            <a:r>
              <a:rPr dirty="0" sz="1100" spc="3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in</a:t>
            </a:r>
            <a:r>
              <a:rPr dirty="0" sz="1100" spc="3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online</a:t>
            </a:r>
            <a:r>
              <a:rPr dirty="0" sz="1100" spc="3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news</a:t>
            </a:r>
            <a:r>
              <a:rPr dirty="0" sz="1100" spc="3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forums</a:t>
            </a:r>
            <a:r>
              <a:rPr dirty="0" sz="1100" spc="4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(Scholz</a:t>
            </a:r>
            <a:r>
              <a:rPr dirty="0" sz="1100" spc="3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et</a:t>
            </a:r>
            <a:r>
              <a:rPr dirty="0" sz="1100" spc="3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al.</a:t>
            </a:r>
            <a:r>
              <a:rPr dirty="0" sz="1100" spc="3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231F20"/>
                </a:solidFill>
                <a:latin typeface="Roboto"/>
                <a:cs typeface="Roboto"/>
              </a:rPr>
              <a:t>[6])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09" name="object 109" descr=""/>
          <p:cNvSpPr txBox="1"/>
          <p:nvPr/>
        </p:nvSpPr>
        <p:spPr>
          <a:xfrm>
            <a:off x="537049" y="11577408"/>
            <a:ext cx="4561205" cy="22567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027430">
              <a:lnSpc>
                <a:spcPct val="102400"/>
              </a:lnSpc>
              <a:spcBef>
                <a:spcPts val="95"/>
              </a:spcBef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Developed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modular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framework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to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analyze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improve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news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recommendation</a:t>
            </a:r>
            <a:r>
              <a:rPr dirty="0" sz="110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algorithms</a:t>
            </a:r>
            <a:r>
              <a:rPr dirty="0" sz="110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(Fig.</a:t>
            </a:r>
            <a:r>
              <a:rPr dirty="0" sz="110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231F20"/>
                </a:solidFill>
                <a:latin typeface="Roboto"/>
                <a:cs typeface="Roboto"/>
              </a:rPr>
              <a:t>1)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What</a:t>
            </a:r>
            <a:r>
              <a:rPr dirty="0" sz="11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is</a:t>
            </a:r>
            <a:r>
              <a:rPr dirty="0" sz="1100" spc="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</a:t>
            </a:r>
            <a:r>
              <a:rPr dirty="0" sz="1100" spc="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good</a:t>
            </a:r>
            <a:r>
              <a:rPr dirty="0" sz="1100" spc="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reading</a:t>
            </a:r>
            <a:r>
              <a:rPr dirty="0" sz="1100" spc="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recommendation?</a:t>
            </a:r>
            <a:endParaRPr sz="1100">
              <a:latin typeface="Arial"/>
              <a:cs typeface="Arial"/>
            </a:endParaRPr>
          </a:p>
          <a:p>
            <a:pPr marL="12700" marR="2397125">
              <a:lnSpc>
                <a:spcPct val="102400"/>
              </a:lnSpc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Conducted</a:t>
            </a:r>
            <a:r>
              <a:rPr dirty="0" sz="1100" spc="4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editor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user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study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(Kolb</a:t>
            </a:r>
            <a:r>
              <a:rPr dirty="0" sz="110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et</a:t>
            </a:r>
            <a:r>
              <a:rPr dirty="0" sz="1100" spc="2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al.</a:t>
            </a:r>
            <a:r>
              <a:rPr dirty="0" sz="110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[1],</a:t>
            </a:r>
            <a:r>
              <a:rPr dirty="0" sz="1100" spc="2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Fig.</a:t>
            </a:r>
            <a:r>
              <a:rPr dirty="0" sz="110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231F20"/>
                </a:solidFill>
                <a:latin typeface="Roboto"/>
                <a:cs typeface="Roboto"/>
              </a:rPr>
              <a:t>2)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ts val="1295"/>
              </a:lnSpc>
              <a:spcBef>
                <a:spcPts val="1380"/>
              </a:spcBef>
            </a:pP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Investigated</a:t>
            </a:r>
            <a:r>
              <a:rPr dirty="0" sz="1100" spc="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news</a:t>
            </a:r>
            <a:r>
              <a:rPr dirty="0" sz="11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bias</a:t>
            </a:r>
            <a:r>
              <a:rPr dirty="0" sz="11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during</a:t>
            </a:r>
            <a:r>
              <a:rPr dirty="0" sz="11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40">
                <a:solidFill>
                  <a:srgbClr val="231F20"/>
                </a:solidFill>
                <a:latin typeface="Arial"/>
                <a:cs typeface="Arial"/>
              </a:rPr>
              <a:t>COVID-</a:t>
            </a:r>
            <a:r>
              <a:rPr dirty="0" sz="1100" spc="-25">
                <a:solidFill>
                  <a:srgbClr val="231F20"/>
                </a:solidFill>
                <a:latin typeface="Arial"/>
                <a:cs typeface="Arial"/>
              </a:rPr>
              <a:t>19:</a:t>
            </a:r>
            <a:endParaRPr sz="1100">
              <a:latin typeface="Arial"/>
              <a:cs typeface="Arial"/>
            </a:endParaRPr>
          </a:p>
          <a:p>
            <a:pPr marL="3333750">
              <a:lnSpc>
                <a:spcPts val="635"/>
              </a:lnSpc>
            </a:pP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Figure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1: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News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Recommendations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20">
                <a:solidFill>
                  <a:srgbClr val="231F20"/>
                </a:solidFill>
                <a:latin typeface="Roboto"/>
                <a:cs typeface="Roboto"/>
              </a:rPr>
              <a:t>(fal-</a:t>
            </a:r>
            <a:endParaRPr sz="550">
              <a:latin typeface="Roboto"/>
              <a:cs typeface="Roboto"/>
            </a:endParaRPr>
          </a:p>
          <a:p>
            <a:pPr marL="3333750">
              <a:lnSpc>
                <a:spcPct val="100000"/>
              </a:lnSpc>
              <a:spcBef>
                <a:spcPts val="20"/>
              </a:spcBef>
            </a:pP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ter.at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 -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Website)</a:t>
            </a:r>
            <a:endParaRPr sz="5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(Kolb</a:t>
            </a:r>
            <a:r>
              <a:rPr dirty="0" sz="110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et</a:t>
            </a:r>
            <a:r>
              <a:rPr dirty="0" sz="1100" spc="2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al.</a:t>
            </a:r>
            <a:r>
              <a:rPr dirty="0" sz="110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[2],</a:t>
            </a:r>
            <a:r>
              <a:rPr dirty="0" sz="1100" spc="2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Fig.</a:t>
            </a:r>
            <a:r>
              <a:rPr dirty="0" sz="110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231F20"/>
                </a:solidFill>
                <a:latin typeface="Roboto"/>
                <a:cs typeface="Roboto"/>
              </a:rPr>
              <a:t>5)</a:t>
            </a:r>
            <a:endParaRPr sz="1100">
              <a:latin typeface="Roboto"/>
              <a:cs typeface="Roboto"/>
            </a:endParaRPr>
          </a:p>
          <a:p>
            <a:pPr marL="12700" marR="1280795">
              <a:lnSpc>
                <a:spcPct val="102400"/>
              </a:lnSpc>
              <a:spcBef>
                <a:spcPts val="1350"/>
              </a:spcBef>
            </a:pP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Potentials</a:t>
            </a:r>
            <a:r>
              <a:rPr dirty="0" sz="11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1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combining</a:t>
            </a:r>
            <a:r>
              <a:rPr dirty="0" sz="11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local</a:t>
            </a:r>
            <a:r>
              <a:rPr dirty="0" sz="11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knowledge</a:t>
            </a:r>
            <a:r>
              <a:rPr dirty="0" sz="1100" spc="9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1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231F20"/>
                </a:solidFill>
                <a:latin typeface="Arial"/>
                <a:cs typeface="Arial"/>
              </a:rPr>
              <a:t>LLMs </a:t>
            </a:r>
            <a:r>
              <a:rPr dirty="0" sz="1100" spc="5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recommender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systems</a:t>
            </a:r>
            <a:r>
              <a:rPr dirty="0" sz="11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(Kolb</a:t>
            </a:r>
            <a:r>
              <a:rPr dirty="0" sz="1100" spc="9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et</a:t>
            </a:r>
            <a:r>
              <a:rPr dirty="0" sz="1100" spc="9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al.</a:t>
            </a:r>
            <a:r>
              <a:rPr dirty="0" sz="1100" spc="8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231F20"/>
                </a:solidFill>
                <a:latin typeface="Roboto"/>
                <a:cs typeface="Roboto"/>
              </a:rPr>
              <a:t>[3])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110" name="object 110" descr=""/>
          <p:cNvSpPr txBox="1"/>
          <p:nvPr/>
        </p:nvSpPr>
        <p:spPr>
          <a:xfrm>
            <a:off x="5179459" y="12941087"/>
            <a:ext cx="1407795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Figure</a:t>
            </a:r>
            <a:r>
              <a:rPr dirty="0" sz="550" spc="2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2:</a:t>
            </a:r>
            <a:r>
              <a:rPr dirty="0" sz="550" spc="2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Reading</a:t>
            </a:r>
            <a:r>
              <a:rPr dirty="0" sz="550" spc="3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Recommendations</a:t>
            </a:r>
            <a:r>
              <a:rPr dirty="0" sz="550" spc="2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Survey</a:t>
            </a:r>
            <a:endParaRPr sz="550">
              <a:latin typeface="Roboto"/>
              <a:cs typeface="Roboto"/>
            </a:endParaRPr>
          </a:p>
        </p:txBody>
      </p:sp>
      <p:sp>
        <p:nvSpPr>
          <p:cNvPr id="111" name="object 111" descr=""/>
          <p:cNvSpPr txBox="1"/>
          <p:nvPr/>
        </p:nvSpPr>
        <p:spPr>
          <a:xfrm>
            <a:off x="4452223" y="14121720"/>
            <a:ext cx="1859914" cy="197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Figure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3: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Recommender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System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Architecture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Incorporating</a:t>
            </a:r>
            <a:r>
              <a:rPr dirty="0" sz="550" spc="5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LLMs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by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Kolb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et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al.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25">
                <a:solidFill>
                  <a:srgbClr val="231F20"/>
                </a:solidFill>
                <a:latin typeface="Roboto"/>
                <a:cs typeface="Roboto"/>
              </a:rPr>
              <a:t>[3]</a:t>
            </a:r>
            <a:endParaRPr sz="550">
              <a:latin typeface="Roboto"/>
              <a:cs typeface="Roboto"/>
            </a:endParaRPr>
          </a:p>
        </p:txBody>
      </p:sp>
      <p:sp>
        <p:nvSpPr>
          <p:cNvPr id="112" name="object 112" descr=""/>
          <p:cNvSpPr txBox="1"/>
          <p:nvPr/>
        </p:nvSpPr>
        <p:spPr>
          <a:xfrm>
            <a:off x="7212414" y="12827822"/>
            <a:ext cx="1191260" cy="386715"/>
          </a:xfrm>
          <a:prstGeom prst="rect">
            <a:avLst/>
          </a:prstGeom>
          <a:solidFill>
            <a:srgbClr val="577173"/>
          </a:solidFill>
        </p:spPr>
        <p:txBody>
          <a:bodyPr wrap="square" lIns="0" tIns="95885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755"/>
              </a:spcBef>
            </a:pP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Evaluation</a:t>
            </a:r>
            <a:endParaRPr sz="1650">
              <a:latin typeface="Arial"/>
              <a:cs typeface="Arial"/>
            </a:endParaRPr>
          </a:p>
        </p:txBody>
      </p:sp>
      <p:sp>
        <p:nvSpPr>
          <p:cNvPr id="113" name="object 113" descr=""/>
          <p:cNvSpPr txBox="1"/>
          <p:nvPr/>
        </p:nvSpPr>
        <p:spPr>
          <a:xfrm>
            <a:off x="7212414" y="13626520"/>
            <a:ext cx="1191260" cy="386715"/>
          </a:xfrm>
          <a:prstGeom prst="rect">
            <a:avLst/>
          </a:prstGeom>
          <a:solidFill>
            <a:srgbClr val="577173"/>
          </a:solidFill>
        </p:spPr>
        <p:txBody>
          <a:bodyPr wrap="square" lIns="0" tIns="95885" rIns="0" bIns="0" rtlCol="0" vert="horz">
            <a:spAutoFit/>
          </a:bodyPr>
          <a:lstStyle/>
          <a:p>
            <a:pPr marL="74930">
              <a:lnSpc>
                <a:spcPct val="100000"/>
              </a:lnSpc>
              <a:spcBef>
                <a:spcPts val="755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dirty="0" sz="165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Study</a:t>
            </a:r>
            <a:endParaRPr sz="1650">
              <a:latin typeface="Arial"/>
              <a:cs typeface="Arial"/>
            </a:endParaRPr>
          </a:p>
        </p:txBody>
      </p:sp>
      <p:sp>
        <p:nvSpPr>
          <p:cNvPr id="114" name="object 114" descr=""/>
          <p:cNvSpPr txBox="1"/>
          <p:nvPr/>
        </p:nvSpPr>
        <p:spPr>
          <a:xfrm>
            <a:off x="8556569" y="12821963"/>
            <a:ext cx="4256405" cy="11677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62230">
              <a:lnSpc>
                <a:spcPct val="102400"/>
              </a:lnSpc>
              <a:spcBef>
                <a:spcPts val="95"/>
              </a:spcBef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Leverage</a:t>
            </a:r>
            <a:r>
              <a:rPr dirty="0" sz="1100" spc="1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LLMs</a:t>
            </a:r>
            <a:r>
              <a:rPr dirty="0" sz="11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to</a:t>
            </a:r>
            <a:r>
              <a:rPr dirty="0" sz="1100" spc="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enhance</a:t>
            </a:r>
            <a:r>
              <a:rPr dirty="0" sz="11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feature</a:t>
            </a:r>
            <a:r>
              <a:rPr dirty="0" sz="1100" spc="9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extraction</a:t>
            </a:r>
            <a:r>
              <a:rPr dirty="0" sz="1100" spc="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100" spc="8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support</a:t>
            </a:r>
            <a:r>
              <a:rPr dirty="0" sz="1100" spc="8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evalua-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tion</a:t>
            </a:r>
            <a:r>
              <a:rPr dirty="0" sz="11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6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dirty="0" sz="1100" spc="5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study</a:t>
            </a:r>
            <a:r>
              <a:rPr dirty="0" sz="1100" spc="6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results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.</a:t>
            </a:r>
            <a:endParaRPr sz="1100">
              <a:latin typeface="Roboto"/>
              <a:cs typeface="Roboto"/>
            </a:endParaRPr>
          </a:p>
          <a:p>
            <a:pPr marL="12700" marR="5080">
              <a:lnSpc>
                <a:spcPct val="102400"/>
              </a:lnSpc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Assess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article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rankings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from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participants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to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understand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perceptions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110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</a:t>
            </a:r>
            <a:r>
              <a:rPr dirty="0" sz="1100" spc="6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“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good</a:t>
            </a:r>
            <a:r>
              <a:rPr dirty="0" sz="1100" spc="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reading</a:t>
            </a:r>
            <a:r>
              <a:rPr dirty="0" sz="1100" spc="2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recommendation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”.</a:t>
            </a:r>
            <a:endParaRPr sz="1100">
              <a:latin typeface="Roboto"/>
              <a:cs typeface="Roboto"/>
            </a:endParaRPr>
          </a:p>
          <a:p>
            <a:pPr marL="12700" marR="55880">
              <a:lnSpc>
                <a:spcPct val="102400"/>
              </a:lnSpc>
              <a:spcBef>
                <a:spcPts val="880"/>
              </a:spcBef>
            </a:pP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Insights</a:t>
            </a:r>
            <a:r>
              <a:rPr dirty="0" sz="1100" spc="4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into</a:t>
            </a:r>
            <a:r>
              <a:rPr dirty="0" sz="1100" spc="4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1100" spc="4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multi-stakeholder</a:t>
            </a:r>
            <a:r>
              <a:rPr dirty="0" sz="1100" spc="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environment</a:t>
            </a:r>
            <a:r>
              <a:rPr dirty="0" sz="1100" spc="-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(editors</a:t>
            </a:r>
            <a:r>
              <a:rPr dirty="0" sz="1100" spc="4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vs.</a:t>
            </a:r>
            <a:r>
              <a:rPr dirty="0" sz="1100" spc="4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users).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Investigate</a:t>
            </a:r>
            <a:r>
              <a:rPr dirty="0" sz="1100" spc="1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beyond-accuracy</a:t>
            </a:r>
            <a:r>
              <a:rPr dirty="0" sz="1100" spc="1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metrics.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5" name="object 115" descr=""/>
          <p:cNvSpPr txBox="1"/>
          <p:nvPr/>
        </p:nvSpPr>
        <p:spPr>
          <a:xfrm>
            <a:off x="7233494" y="11864656"/>
            <a:ext cx="6146165" cy="7118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Conducting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</a:t>
            </a:r>
            <a:r>
              <a:rPr dirty="0" sz="1100" spc="7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long-term</a:t>
            </a:r>
            <a:r>
              <a:rPr dirty="0" sz="11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A/B</a:t>
            </a:r>
            <a:r>
              <a:rPr dirty="0" sz="1100" spc="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test</a:t>
            </a:r>
            <a:r>
              <a:rPr dirty="0" sz="1100" spc="3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on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30">
                <a:solidFill>
                  <a:srgbClr val="231F20"/>
                </a:solidFill>
                <a:latin typeface="Roboto"/>
                <a:cs typeface="Roboto"/>
              </a:rPr>
              <a:t>FALTER’s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(Fig.</a:t>
            </a:r>
            <a:r>
              <a:rPr dirty="0" sz="110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4)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live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website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using</a:t>
            </a:r>
            <a:r>
              <a:rPr dirty="0" sz="1100" spc="8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anonymized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user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behavior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data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Roboto"/>
                <a:cs typeface="Roboto"/>
              </a:rPr>
              <a:t>to</a:t>
            </a:r>
            <a:r>
              <a:rPr dirty="0" sz="1100" spc="7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investigate</a:t>
            </a:r>
            <a:r>
              <a:rPr dirty="0" sz="1100" spc="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bias</a:t>
            </a:r>
            <a:r>
              <a:rPr dirty="0" sz="11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mitigation</a:t>
            </a:r>
            <a:r>
              <a:rPr dirty="0" sz="1100" spc="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strategies</a:t>
            </a:r>
            <a:r>
              <a:rPr dirty="0" sz="11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and</a:t>
            </a:r>
            <a:r>
              <a:rPr dirty="0" sz="1100" spc="4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31F20"/>
                </a:solidFill>
                <a:latin typeface="Arial"/>
                <a:cs typeface="Arial"/>
              </a:rPr>
              <a:t>beyond-accuracy</a:t>
            </a:r>
            <a:r>
              <a:rPr dirty="0" sz="1100" spc="4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measurements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.</a:t>
            </a:r>
            <a:endParaRPr sz="11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Evaluating</a:t>
            </a:r>
            <a:r>
              <a:rPr dirty="0" sz="1100" spc="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various</a:t>
            </a:r>
            <a:r>
              <a:rPr dirty="0" sz="1100" spc="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recommendation</a:t>
            </a:r>
            <a:r>
              <a:rPr dirty="0" sz="1100" spc="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algorithms</a:t>
            </a:r>
            <a:r>
              <a:rPr dirty="0" sz="1100" spc="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1100" spc="16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exploring</a:t>
            </a:r>
            <a:r>
              <a:rPr dirty="0" sz="1100" spc="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cross-domain</a:t>
            </a:r>
            <a:r>
              <a:rPr dirty="0" sz="1100" spc="13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Arial"/>
                <a:cs typeface="Arial"/>
              </a:rPr>
              <a:t>recommendations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(news-to-podcast,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news-to-restaurant,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news-to-book)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by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e.g.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integrating</a:t>
            </a:r>
            <a:r>
              <a:rPr dirty="0" sz="1100" spc="5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30">
                <a:solidFill>
                  <a:srgbClr val="231F20"/>
                </a:solidFill>
                <a:latin typeface="Roboto"/>
                <a:cs typeface="Roboto"/>
              </a:rPr>
              <a:t>FALTER’s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book</a:t>
            </a:r>
            <a:r>
              <a:rPr dirty="0" sz="1100" spc="5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catalog.</a:t>
            </a:r>
            <a:endParaRPr sz="1100">
              <a:latin typeface="Roboto"/>
              <a:cs typeface="Roboto"/>
            </a:endParaRPr>
          </a:p>
        </p:txBody>
      </p:sp>
      <p:pic>
        <p:nvPicPr>
          <p:cNvPr id="116" name="object 116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7401749" y="16917900"/>
            <a:ext cx="1100749" cy="366523"/>
          </a:xfrm>
          <a:prstGeom prst="rect">
            <a:avLst/>
          </a:prstGeom>
        </p:spPr>
      </p:pic>
      <p:sp>
        <p:nvSpPr>
          <p:cNvPr id="117" name="object 117" descr=""/>
          <p:cNvSpPr txBox="1"/>
          <p:nvPr/>
        </p:nvSpPr>
        <p:spPr>
          <a:xfrm>
            <a:off x="7389051" y="17275145"/>
            <a:ext cx="1228725" cy="197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Figure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6: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Digital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Humanism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at TU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20">
                <a:solidFill>
                  <a:srgbClr val="231F20"/>
                </a:solidFill>
                <a:latin typeface="Roboto"/>
                <a:cs typeface="Roboto"/>
              </a:rPr>
              <a:t>Wien</a:t>
            </a:r>
            <a:r>
              <a:rPr dirty="0" sz="550" spc="5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(Source: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https://caiml.org/dighum/)</a:t>
            </a:r>
            <a:endParaRPr sz="550">
              <a:latin typeface="Roboto"/>
              <a:cs typeface="Roboto"/>
            </a:endParaRPr>
          </a:p>
        </p:txBody>
      </p:sp>
      <p:sp>
        <p:nvSpPr>
          <p:cNvPr id="118" name="object 118" descr=""/>
          <p:cNvSpPr txBox="1"/>
          <p:nvPr/>
        </p:nvSpPr>
        <p:spPr>
          <a:xfrm>
            <a:off x="7099809" y="4136154"/>
            <a:ext cx="1854200" cy="386715"/>
          </a:xfrm>
          <a:prstGeom prst="rect">
            <a:avLst/>
          </a:prstGeom>
          <a:solidFill>
            <a:srgbClr val="577173"/>
          </a:solidFill>
        </p:spPr>
        <p:txBody>
          <a:bodyPr wrap="square" lIns="0" tIns="95885" rIns="0" bIns="0" rtlCol="0" vert="horz">
            <a:spAutoFit/>
          </a:bodyPr>
          <a:lstStyle/>
          <a:p>
            <a:pPr marL="95250">
              <a:lnSpc>
                <a:spcPct val="100000"/>
              </a:lnSpc>
              <a:spcBef>
                <a:spcPts val="755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Beyond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 Accuracy</a:t>
            </a:r>
            <a:endParaRPr sz="1650">
              <a:latin typeface="Arial"/>
              <a:cs typeface="Arial"/>
            </a:endParaRPr>
          </a:p>
        </p:txBody>
      </p:sp>
      <p:sp>
        <p:nvSpPr>
          <p:cNvPr id="119" name="object 119" descr=""/>
          <p:cNvSpPr txBox="1"/>
          <p:nvPr/>
        </p:nvSpPr>
        <p:spPr>
          <a:xfrm>
            <a:off x="3996215" y="4691543"/>
            <a:ext cx="1854200" cy="386715"/>
          </a:xfrm>
          <a:prstGeom prst="rect">
            <a:avLst/>
          </a:prstGeom>
          <a:solidFill>
            <a:srgbClr val="577173"/>
          </a:solidFill>
        </p:spPr>
        <p:txBody>
          <a:bodyPr wrap="square" lIns="0" tIns="95885" rIns="0" bIns="0" rtlCol="0" vert="horz">
            <a:spAutoFit/>
          </a:bodyPr>
          <a:lstStyle/>
          <a:p>
            <a:pPr marL="244475">
              <a:lnSpc>
                <a:spcPct val="100000"/>
              </a:lnSpc>
              <a:spcBef>
                <a:spcPts val="755"/>
              </a:spcBef>
            </a:pP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Cross-Domain</a:t>
            </a:r>
            <a:endParaRPr sz="1650">
              <a:latin typeface="Arial"/>
              <a:cs typeface="Arial"/>
            </a:endParaRPr>
          </a:p>
        </p:txBody>
      </p:sp>
      <p:sp>
        <p:nvSpPr>
          <p:cNvPr id="120" name="object 120" descr=""/>
          <p:cNvSpPr txBox="1"/>
          <p:nvPr/>
        </p:nvSpPr>
        <p:spPr>
          <a:xfrm>
            <a:off x="10536991" y="4773764"/>
            <a:ext cx="2483485" cy="386715"/>
          </a:xfrm>
          <a:prstGeom prst="rect">
            <a:avLst/>
          </a:prstGeom>
          <a:solidFill>
            <a:srgbClr val="577173"/>
          </a:solidFill>
        </p:spPr>
        <p:txBody>
          <a:bodyPr wrap="square" lIns="0" tIns="95885" rIns="0" bIns="0" rtlCol="0" vert="horz">
            <a:spAutoFit/>
          </a:bodyPr>
          <a:lstStyle/>
          <a:p>
            <a:pPr marL="127635">
              <a:lnSpc>
                <a:spcPct val="100000"/>
              </a:lnSpc>
              <a:spcBef>
                <a:spcPts val="755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Long-Running</a:t>
            </a:r>
            <a:r>
              <a:rPr dirty="0" sz="165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FFFFFF"/>
                </a:solidFill>
                <a:latin typeface="Arial"/>
                <a:cs typeface="Arial"/>
              </a:rPr>
              <a:t>A/B</a:t>
            </a:r>
            <a:r>
              <a:rPr dirty="0" sz="16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Arial"/>
                <a:cs typeface="Arial"/>
              </a:rPr>
              <a:t>Test</a:t>
            </a:r>
            <a:endParaRPr sz="1650">
              <a:latin typeface="Arial"/>
              <a:cs typeface="Arial"/>
            </a:endParaRPr>
          </a:p>
        </p:txBody>
      </p:sp>
      <p:sp>
        <p:nvSpPr>
          <p:cNvPr id="121" name="object 121" descr=""/>
          <p:cNvSpPr txBox="1"/>
          <p:nvPr/>
        </p:nvSpPr>
        <p:spPr>
          <a:xfrm>
            <a:off x="854618" y="4022144"/>
            <a:ext cx="2458085" cy="386715"/>
          </a:xfrm>
          <a:prstGeom prst="rect">
            <a:avLst/>
          </a:prstGeom>
          <a:solidFill>
            <a:srgbClr val="577173"/>
          </a:solidFill>
        </p:spPr>
        <p:txBody>
          <a:bodyPr wrap="square" lIns="0" tIns="95885" rIns="0" bIns="0" rtlCol="0" vert="horz">
            <a:spAutoFit/>
          </a:bodyPr>
          <a:lstStyle/>
          <a:p>
            <a:pPr marL="217170">
              <a:lnSpc>
                <a:spcPct val="100000"/>
              </a:lnSpc>
              <a:spcBef>
                <a:spcPts val="755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Generative</a:t>
            </a:r>
            <a:r>
              <a:rPr dirty="0" sz="16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16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(LLMs)</a:t>
            </a:r>
            <a:endParaRPr sz="1650">
              <a:latin typeface="Arial"/>
              <a:cs typeface="Arial"/>
            </a:endParaRPr>
          </a:p>
        </p:txBody>
      </p:sp>
      <p:sp>
        <p:nvSpPr>
          <p:cNvPr id="122" name="object 122" descr=""/>
          <p:cNvSpPr txBox="1"/>
          <p:nvPr/>
        </p:nvSpPr>
        <p:spPr>
          <a:xfrm>
            <a:off x="7087112" y="18327408"/>
            <a:ext cx="6327775" cy="1141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90805">
              <a:lnSpc>
                <a:spcPct val="102400"/>
              </a:lnSpc>
              <a:spcBef>
                <a:spcPts val="95"/>
              </a:spcBef>
              <a:buAutoNum type="arabicPlain"/>
              <a:tabLst>
                <a:tab pos="103505" algn="l"/>
              </a:tabLst>
            </a:pP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Kolb,</a:t>
            </a:r>
            <a:r>
              <a:rPr dirty="0" sz="550" spc="-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T.,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Nalis-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Neuner,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I.,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&amp;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Neidhardt,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J.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(2023).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Like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Skilled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DJ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-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an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Expert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Study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News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Recommendations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Beyond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Accuracy.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Proceedings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International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Workshop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News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Recommendati-</a:t>
            </a:r>
            <a:r>
              <a:rPr dirty="0" sz="550" spc="5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on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Analytics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co-located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with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2023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ACM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Conference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on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Recommender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Systems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(RecSys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2023).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CEUR-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WS.org.</a:t>
            </a:r>
            <a:endParaRPr sz="550">
              <a:latin typeface="Roboto"/>
              <a:cs typeface="Roboto"/>
            </a:endParaRPr>
          </a:p>
          <a:p>
            <a:pPr algn="just" marL="12700" marR="62230" indent="89535">
              <a:lnSpc>
                <a:spcPct val="102400"/>
              </a:lnSpc>
              <a:buAutoNum type="arabicPlain"/>
              <a:tabLst>
                <a:tab pos="102235" algn="l"/>
              </a:tabLst>
            </a:pP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Thomas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Elmar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Kolb,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Irina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Nalis,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Mete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Sertkan,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Julia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Neidhardt.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2022. The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Role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Bias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News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Recommendation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Perception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Covid-19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Pandemic.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FAccTRec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Workshop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’22,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conjunc-</a:t>
            </a:r>
            <a:r>
              <a:rPr dirty="0" sz="550" spc="5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tion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with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RecSys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2022,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Seattle,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WA,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20">
                <a:solidFill>
                  <a:srgbClr val="231F20"/>
                </a:solidFill>
                <a:latin typeface="Roboto"/>
                <a:cs typeface="Roboto"/>
              </a:rPr>
              <a:t>USA.</a:t>
            </a:r>
            <a:endParaRPr sz="550">
              <a:latin typeface="Roboto"/>
              <a:cs typeface="Roboto"/>
            </a:endParaRPr>
          </a:p>
          <a:p>
            <a:pPr algn="just" marL="12700" marR="128905" indent="90805">
              <a:lnSpc>
                <a:spcPct val="102400"/>
              </a:lnSpc>
              <a:buAutoNum type="arabicPlain"/>
              <a:tabLst>
                <a:tab pos="103505" algn="l"/>
              </a:tabLst>
            </a:pP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Kolb,</a:t>
            </a:r>
            <a:r>
              <a:rPr dirty="0" sz="550" spc="-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20">
                <a:solidFill>
                  <a:srgbClr val="231F20"/>
                </a:solidFill>
                <a:latin typeface="Roboto"/>
                <a:cs typeface="Roboto"/>
              </a:rPr>
              <a:t>T.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E.,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Wagne,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A.,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Sertkan,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M.,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&amp;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Neidhardt,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J.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(2023).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Potentials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Combining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Local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Knowledge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LLMs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for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Recommender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Systems.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30">
                <a:solidFill>
                  <a:srgbClr val="231F20"/>
                </a:solidFill>
                <a:latin typeface="Roboto"/>
                <a:cs typeface="Roboto"/>
              </a:rPr>
              <a:t>V.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W.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Anelli,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55">
                <a:solidFill>
                  <a:srgbClr val="231F20"/>
                </a:solidFill>
                <a:latin typeface="Roboto"/>
                <a:cs typeface="Roboto"/>
              </a:rPr>
              <a:t>P.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Basile,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G.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De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Melo,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35">
                <a:solidFill>
                  <a:srgbClr val="231F20"/>
                </a:solidFill>
                <a:latin typeface="Roboto"/>
                <a:cs typeface="Roboto"/>
              </a:rPr>
              <a:t>F.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Donini,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Ferrara,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25">
                <a:solidFill>
                  <a:srgbClr val="231F20"/>
                </a:solidFill>
                <a:latin typeface="Roboto"/>
                <a:cs typeface="Roboto"/>
              </a:rPr>
              <a:t>C.</a:t>
            </a:r>
            <a:r>
              <a:rPr dirty="0" sz="550" spc="5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Musto,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35">
                <a:solidFill>
                  <a:srgbClr val="231F20"/>
                </a:solidFill>
                <a:latin typeface="Roboto"/>
                <a:cs typeface="Roboto"/>
              </a:rPr>
              <a:t>F.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Narducci,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Ragone,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&amp;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M.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Zanker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(Eds.),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Proceedings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Fifth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Knowledge-aware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Conversational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Recommender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Systems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Workshop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co-located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with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17th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ACM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Conference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Recom-</a:t>
            </a:r>
            <a:r>
              <a:rPr dirty="0" sz="550" spc="5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mender</a:t>
            </a:r>
            <a:r>
              <a:rPr dirty="0" sz="550" spc="2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Systems</a:t>
            </a:r>
            <a:r>
              <a:rPr dirty="0" sz="550" spc="3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(RecSys</a:t>
            </a:r>
            <a:r>
              <a:rPr dirty="0" sz="550" spc="2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2023)</a:t>
            </a:r>
            <a:r>
              <a:rPr dirty="0" sz="550" spc="3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(pp.</a:t>
            </a:r>
            <a:r>
              <a:rPr dirty="0" sz="550" spc="3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61–64).</a:t>
            </a:r>
            <a:r>
              <a:rPr dirty="0" sz="550" spc="2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CEUR-WS.org.</a:t>
            </a:r>
            <a:r>
              <a:rPr dirty="0" sz="550" spc="3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https://doi.org/10.34726/5334</a:t>
            </a:r>
            <a:endParaRPr sz="550">
              <a:latin typeface="Roboto"/>
              <a:cs typeface="Roboto"/>
            </a:endParaRPr>
          </a:p>
          <a:p>
            <a:pPr algn="just" marL="12700" marR="67310" indent="90805">
              <a:lnSpc>
                <a:spcPct val="102400"/>
              </a:lnSpc>
              <a:buAutoNum type="arabicPlain"/>
              <a:tabLst>
                <a:tab pos="103505" algn="l"/>
              </a:tabLst>
            </a:pP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Godolja,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D.,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Kolb,</a:t>
            </a:r>
            <a:r>
              <a:rPr dirty="0" sz="550" spc="-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T.,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&amp;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Neidhardt,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J.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(2024).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Unlocking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Potential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Content-Based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Restaurant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Recommender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Systems.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Information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Communication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Technologies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in Tourism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2024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(pp.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20">
                <a:solidFill>
                  <a:srgbClr val="231F20"/>
                </a:solidFill>
                <a:latin typeface="Roboto"/>
                <a:cs typeface="Roboto"/>
              </a:rPr>
              <a:t>239–</a:t>
            </a:r>
            <a:r>
              <a:rPr dirty="0" sz="550" spc="5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244).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Springer</a:t>
            </a:r>
            <a:r>
              <a:rPr dirty="0" sz="550" spc="2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Nature</a:t>
            </a:r>
            <a:r>
              <a:rPr dirty="0" sz="550" spc="2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Switzerland.</a:t>
            </a:r>
            <a:endParaRPr sz="550">
              <a:latin typeface="Roboto"/>
              <a:cs typeface="Roboto"/>
            </a:endParaRPr>
          </a:p>
          <a:p>
            <a:pPr algn="just" marL="12700" marR="128270" indent="90805">
              <a:lnSpc>
                <a:spcPct val="102400"/>
              </a:lnSpc>
              <a:buAutoNum type="arabicPlain"/>
              <a:tabLst>
                <a:tab pos="103505" algn="l"/>
              </a:tabLst>
            </a:pP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Huebner,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B.,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Kolb,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T.,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&amp;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Neidhardt,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J.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(2024).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Evaluating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Group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Fairness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in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News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Recommendations: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Comparative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Study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Algorithms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Metrics.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In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Adjunct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Proceedings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32nd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ACM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Confe-</a:t>
            </a:r>
            <a:r>
              <a:rPr dirty="0" sz="550" spc="5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rence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on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User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Modeling,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Adaptation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Personalization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(UMAP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Adjunct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‚24)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(pp.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10).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20">
                <a:solidFill>
                  <a:srgbClr val="231F20"/>
                </a:solidFill>
                <a:latin typeface="Roboto"/>
                <a:cs typeface="Roboto"/>
              </a:rPr>
              <a:t>ACM.</a:t>
            </a:r>
            <a:endParaRPr sz="550">
              <a:latin typeface="Roboto"/>
              <a:cs typeface="Roboto"/>
            </a:endParaRPr>
          </a:p>
          <a:p>
            <a:pPr algn="just" marL="12700" marR="109220" indent="90805">
              <a:lnSpc>
                <a:spcPct val="102400"/>
              </a:lnSpc>
              <a:buAutoNum type="arabicPlain"/>
              <a:tabLst>
                <a:tab pos="103505" algn="l"/>
              </a:tabLst>
            </a:pP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Scholz,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20">
                <a:solidFill>
                  <a:srgbClr val="231F20"/>
                </a:solidFill>
                <a:latin typeface="Roboto"/>
                <a:cs typeface="Roboto"/>
              </a:rPr>
              <a:t>F.,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Kolb,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T.,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&amp;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Neidhardt,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J.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(2024).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Classifying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User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Roles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Online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News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Forums: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Model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for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User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Interaction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Behavior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Analysis.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In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Adjunct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Proceedings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of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the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32nd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ACM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Conference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25">
                <a:solidFill>
                  <a:srgbClr val="231F20"/>
                </a:solidFill>
                <a:latin typeface="Roboto"/>
                <a:cs typeface="Roboto"/>
              </a:rPr>
              <a:t>on</a:t>
            </a:r>
            <a:r>
              <a:rPr dirty="0" sz="550" spc="5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User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Modeling,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Adaptation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and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Personalization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(UMAP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Adjunct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‚24)</a:t>
            </a:r>
            <a:r>
              <a:rPr dirty="0" sz="550" spc="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(pp.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10).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20">
                <a:solidFill>
                  <a:srgbClr val="231F20"/>
                </a:solidFill>
                <a:latin typeface="Roboto"/>
                <a:cs typeface="Roboto"/>
              </a:rPr>
              <a:t>ACM.</a:t>
            </a:r>
            <a:endParaRPr sz="550">
              <a:latin typeface="Roboto"/>
              <a:cs typeface="Roboto"/>
            </a:endParaRPr>
          </a:p>
        </p:txBody>
      </p:sp>
      <p:sp>
        <p:nvSpPr>
          <p:cNvPr id="123" name="object 123" descr=""/>
          <p:cNvSpPr txBox="1"/>
          <p:nvPr/>
        </p:nvSpPr>
        <p:spPr>
          <a:xfrm>
            <a:off x="7087112" y="19636409"/>
            <a:ext cx="2797175" cy="1117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image: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“Flaticon.com”.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This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poster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has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been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designed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using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resources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from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Flaticon.com</a:t>
            </a:r>
            <a:endParaRPr sz="550">
              <a:latin typeface="Roboto"/>
              <a:cs typeface="Roboto"/>
            </a:endParaRPr>
          </a:p>
        </p:txBody>
      </p:sp>
      <p:grpSp>
        <p:nvGrpSpPr>
          <p:cNvPr id="124" name="object 124" descr=""/>
          <p:cNvGrpSpPr/>
          <p:nvPr/>
        </p:nvGrpSpPr>
        <p:grpSpPr>
          <a:xfrm>
            <a:off x="1830035" y="4051705"/>
            <a:ext cx="10201910" cy="1153160"/>
            <a:chOff x="1830035" y="4051705"/>
            <a:chExt cx="10201910" cy="1153160"/>
          </a:xfrm>
        </p:grpSpPr>
        <p:pic>
          <p:nvPicPr>
            <p:cNvPr id="125" name="object 125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830035" y="4520411"/>
              <a:ext cx="506709" cy="506709"/>
            </a:xfrm>
            <a:prstGeom prst="rect">
              <a:avLst/>
            </a:prstGeom>
          </p:spPr>
        </p:pic>
        <p:pic>
          <p:nvPicPr>
            <p:cNvPr id="126" name="object 126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996218" y="4051706"/>
              <a:ext cx="506709" cy="506709"/>
            </a:xfrm>
            <a:prstGeom prst="rect">
              <a:avLst/>
            </a:prstGeom>
          </p:spPr>
        </p:pic>
        <p:pic>
          <p:nvPicPr>
            <p:cNvPr id="127" name="object 127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669719" y="4063818"/>
              <a:ext cx="506707" cy="456595"/>
            </a:xfrm>
            <a:prstGeom prst="rect">
              <a:avLst/>
            </a:prstGeom>
          </p:spPr>
        </p:pic>
        <p:pic>
          <p:nvPicPr>
            <p:cNvPr id="128" name="object 128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343219" y="4051705"/>
              <a:ext cx="506709" cy="506709"/>
            </a:xfrm>
            <a:prstGeom prst="rect">
              <a:avLst/>
            </a:prstGeom>
          </p:spPr>
        </p:pic>
        <p:pic>
          <p:nvPicPr>
            <p:cNvPr id="129" name="object 129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525075" y="4136157"/>
              <a:ext cx="506709" cy="506709"/>
            </a:xfrm>
            <a:prstGeom prst="rect">
              <a:avLst/>
            </a:prstGeom>
          </p:spPr>
        </p:pic>
        <p:pic>
          <p:nvPicPr>
            <p:cNvPr id="130" name="object 130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099812" y="4697763"/>
              <a:ext cx="506709" cy="506705"/>
            </a:xfrm>
            <a:prstGeom prst="rect">
              <a:avLst/>
            </a:prstGeom>
          </p:spPr>
        </p:pic>
        <p:pic>
          <p:nvPicPr>
            <p:cNvPr id="131" name="object 131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446814" y="4691544"/>
              <a:ext cx="506709" cy="506709"/>
            </a:xfrm>
            <a:prstGeom prst="rect">
              <a:avLst/>
            </a:prstGeom>
          </p:spPr>
        </p:pic>
        <p:pic>
          <p:nvPicPr>
            <p:cNvPr id="132" name="object 132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773314" y="4691544"/>
              <a:ext cx="506709" cy="506709"/>
            </a:xfrm>
            <a:prstGeom prst="rect">
              <a:avLst/>
            </a:prstGeom>
          </p:spPr>
        </p:pic>
      </p:grpSp>
      <p:sp>
        <p:nvSpPr>
          <p:cNvPr id="133" name="object 133" descr=""/>
          <p:cNvSpPr/>
          <p:nvPr/>
        </p:nvSpPr>
        <p:spPr>
          <a:xfrm>
            <a:off x="7446061" y="14071891"/>
            <a:ext cx="1435735" cy="452120"/>
          </a:xfrm>
          <a:custGeom>
            <a:avLst/>
            <a:gdLst/>
            <a:ahLst/>
            <a:cxnLst/>
            <a:rect l="l" t="t" r="r" b="b"/>
            <a:pathLst>
              <a:path w="1435734" h="452119">
                <a:moveTo>
                  <a:pt x="224218" y="4546"/>
                </a:moveTo>
                <a:lnTo>
                  <a:pt x="187718" y="0"/>
                </a:lnTo>
                <a:lnTo>
                  <a:pt x="186550" y="6248"/>
                </a:lnTo>
                <a:lnTo>
                  <a:pt x="183654" y="7378"/>
                </a:lnTo>
                <a:lnTo>
                  <a:pt x="0" y="7378"/>
                </a:lnTo>
                <a:lnTo>
                  <a:pt x="0" y="40894"/>
                </a:lnTo>
                <a:lnTo>
                  <a:pt x="17373" y="40894"/>
                </a:lnTo>
                <a:lnTo>
                  <a:pt x="22009" y="43167"/>
                </a:lnTo>
                <a:lnTo>
                  <a:pt x="22009" y="396468"/>
                </a:lnTo>
                <a:lnTo>
                  <a:pt x="19697" y="399872"/>
                </a:lnTo>
                <a:lnTo>
                  <a:pt x="0" y="399872"/>
                </a:lnTo>
                <a:lnTo>
                  <a:pt x="0" y="433387"/>
                </a:lnTo>
                <a:lnTo>
                  <a:pt x="137312" y="433387"/>
                </a:lnTo>
                <a:lnTo>
                  <a:pt x="137312" y="399872"/>
                </a:lnTo>
                <a:lnTo>
                  <a:pt x="118186" y="399872"/>
                </a:lnTo>
                <a:lnTo>
                  <a:pt x="114134" y="397040"/>
                </a:lnTo>
                <a:lnTo>
                  <a:pt x="114134" y="214134"/>
                </a:lnTo>
                <a:lnTo>
                  <a:pt x="143103" y="214134"/>
                </a:lnTo>
                <a:lnTo>
                  <a:pt x="146583" y="215836"/>
                </a:lnTo>
                <a:lnTo>
                  <a:pt x="151206" y="224358"/>
                </a:lnTo>
                <a:lnTo>
                  <a:pt x="152260" y="229781"/>
                </a:lnTo>
                <a:lnTo>
                  <a:pt x="152222" y="238353"/>
                </a:lnTo>
                <a:lnTo>
                  <a:pt x="151536" y="247446"/>
                </a:lnTo>
                <a:lnTo>
                  <a:pt x="150634" y="254469"/>
                </a:lnTo>
                <a:lnTo>
                  <a:pt x="186550" y="259575"/>
                </a:lnTo>
                <a:lnTo>
                  <a:pt x="198145" y="161315"/>
                </a:lnTo>
                <a:lnTo>
                  <a:pt x="162217" y="157340"/>
                </a:lnTo>
                <a:lnTo>
                  <a:pt x="160477" y="169837"/>
                </a:lnTo>
                <a:lnTo>
                  <a:pt x="157581" y="177215"/>
                </a:lnTo>
                <a:lnTo>
                  <a:pt x="114134" y="177215"/>
                </a:lnTo>
                <a:lnTo>
                  <a:pt x="114134" y="43738"/>
                </a:lnTo>
                <a:lnTo>
                  <a:pt x="142519" y="43738"/>
                </a:lnTo>
                <a:lnTo>
                  <a:pt x="157238" y="44246"/>
                </a:lnTo>
                <a:lnTo>
                  <a:pt x="166420" y="46151"/>
                </a:lnTo>
                <a:lnTo>
                  <a:pt x="172339" y="49961"/>
                </a:lnTo>
                <a:lnTo>
                  <a:pt x="177292" y="56235"/>
                </a:lnTo>
                <a:lnTo>
                  <a:pt x="178739" y="63106"/>
                </a:lnTo>
                <a:lnTo>
                  <a:pt x="178511" y="73774"/>
                </a:lnTo>
                <a:lnTo>
                  <a:pt x="177533" y="84747"/>
                </a:lnTo>
                <a:lnTo>
                  <a:pt x="176707" y="92583"/>
                </a:lnTo>
                <a:lnTo>
                  <a:pt x="213779" y="97129"/>
                </a:lnTo>
                <a:lnTo>
                  <a:pt x="224218" y="4546"/>
                </a:lnTo>
                <a:close/>
              </a:path>
              <a:path w="1435734" h="452119">
                <a:moveTo>
                  <a:pt x="436257" y="400443"/>
                </a:moveTo>
                <a:lnTo>
                  <a:pt x="429310" y="399872"/>
                </a:lnTo>
                <a:lnTo>
                  <a:pt x="423519" y="399300"/>
                </a:lnTo>
                <a:lnTo>
                  <a:pt x="418884" y="396468"/>
                </a:lnTo>
                <a:lnTo>
                  <a:pt x="418769" y="395897"/>
                </a:lnTo>
                <a:lnTo>
                  <a:pt x="417728" y="390791"/>
                </a:lnTo>
                <a:lnTo>
                  <a:pt x="417626" y="390220"/>
                </a:lnTo>
                <a:lnTo>
                  <a:pt x="409638" y="340804"/>
                </a:lnTo>
                <a:lnTo>
                  <a:pt x="403123" y="300469"/>
                </a:lnTo>
                <a:lnTo>
                  <a:pt x="376669" y="136880"/>
                </a:lnTo>
                <a:lnTo>
                  <a:pt x="355727" y="7378"/>
                </a:lnTo>
                <a:lnTo>
                  <a:pt x="315175" y="7378"/>
                </a:lnTo>
                <a:lnTo>
                  <a:pt x="315175" y="300469"/>
                </a:lnTo>
                <a:lnTo>
                  <a:pt x="270560" y="300469"/>
                </a:lnTo>
                <a:lnTo>
                  <a:pt x="292582" y="136880"/>
                </a:lnTo>
                <a:lnTo>
                  <a:pt x="315175" y="300469"/>
                </a:lnTo>
                <a:lnTo>
                  <a:pt x="315175" y="7378"/>
                </a:lnTo>
                <a:lnTo>
                  <a:pt x="272884" y="7378"/>
                </a:lnTo>
                <a:lnTo>
                  <a:pt x="274535" y="14909"/>
                </a:lnTo>
                <a:lnTo>
                  <a:pt x="275272" y="22009"/>
                </a:lnTo>
                <a:lnTo>
                  <a:pt x="275247" y="28473"/>
                </a:lnTo>
                <a:lnTo>
                  <a:pt x="274624" y="34074"/>
                </a:lnTo>
                <a:lnTo>
                  <a:pt x="213207" y="395897"/>
                </a:lnTo>
                <a:lnTo>
                  <a:pt x="209156" y="399872"/>
                </a:lnTo>
                <a:lnTo>
                  <a:pt x="196977" y="399872"/>
                </a:lnTo>
                <a:lnTo>
                  <a:pt x="196977" y="433387"/>
                </a:lnTo>
                <a:lnTo>
                  <a:pt x="274040" y="433387"/>
                </a:lnTo>
                <a:lnTo>
                  <a:pt x="274040" y="400443"/>
                </a:lnTo>
                <a:lnTo>
                  <a:pt x="260134" y="400443"/>
                </a:lnTo>
                <a:lnTo>
                  <a:pt x="257238" y="397040"/>
                </a:lnTo>
                <a:lnTo>
                  <a:pt x="257327" y="396468"/>
                </a:lnTo>
                <a:lnTo>
                  <a:pt x="257403" y="395897"/>
                </a:lnTo>
                <a:lnTo>
                  <a:pt x="258394" y="389077"/>
                </a:lnTo>
                <a:lnTo>
                  <a:pt x="264185" y="340804"/>
                </a:lnTo>
                <a:lnTo>
                  <a:pt x="320395" y="340804"/>
                </a:lnTo>
                <a:lnTo>
                  <a:pt x="327342" y="390220"/>
                </a:lnTo>
                <a:lnTo>
                  <a:pt x="327431" y="390791"/>
                </a:lnTo>
                <a:lnTo>
                  <a:pt x="328498" y="397040"/>
                </a:lnTo>
                <a:lnTo>
                  <a:pt x="325018" y="399300"/>
                </a:lnTo>
                <a:lnTo>
                  <a:pt x="309956" y="400443"/>
                </a:lnTo>
                <a:lnTo>
                  <a:pt x="309956" y="433387"/>
                </a:lnTo>
                <a:lnTo>
                  <a:pt x="436257" y="433387"/>
                </a:lnTo>
                <a:lnTo>
                  <a:pt x="436257" y="400443"/>
                </a:lnTo>
                <a:close/>
              </a:path>
              <a:path w="1435734" h="452119">
                <a:moveTo>
                  <a:pt x="687133" y="348754"/>
                </a:moveTo>
                <a:lnTo>
                  <a:pt x="652945" y="344779"/>
                </a:lnTo>
                <a:lnTo>
                  <a:pt x="647306" y="370078"/>
                </a:lnTo>
                <a:lnTo>
                  <a:pt x="638683" y="385318"/>
                </a:lnTo>
                <a:lnTo>
                  <a:pt x="625157" y="392785"/>
                </a:lnTo>
                <a:lnTo>
                  <a:pt x="604862" y="394766"/>
                </a:lnTo>
                <a:lnTo>
                  <a:pt x="572985" y="394766"/>
                </a:lnTo>
                <a:lnTo>
                  <a:pt x="572985" y="44869"/>
                </a:lnTo>
                <a:lnTo>
                  <a:pt x="574725" y="40894"/>
                </a:lnTo>
                <a:lnTo>
                  <a:pt x="595007" y="40894"/>
                </a:lnTo>
                <a:lnTo>
                  <a:pt x="595007" y="7378"/>
                </a:lnTo>
                <a:lnTo>
                  <a:pt x="458851" y="7378"/>
                </a:lnTo>
                <a:lnTo>
                  <a:pt x="458851" y="40894"/>
                </a:lnTo>
                <a:lnTo>
                  <a:pt x="476821" y="40894"/>
                </a:lnTo>
                <a:lnTo>
                  <a:pt x="480872" y="43738"/>
                </a:lnTo>
                <a:lnTo>
                  <a:pt x="480872" y="393623"/>
                </a:lnTo>
                <a:lnTo>
                  <a:pt x="477977" y="398741"/>
                </a:lnTo>
                <a:lnTo>
                  <a:pt x="458851" y="398741"/>
                </a:lnTo>
                <a:lnTo>
                  <a:pt x="458851" y="433387"/>
                </a:lnTo>
                <a:lnTo>
                  <a:pt x="636727" y="433387"/>
                </a:lnTo>
                <a:lnTo>
                  <a:pt x="638467" y="435660"/>
                </a:lnTo>
                <a:lnTo>
                  <a:pt x="637882" y="440207"/>
                </a:lnTo>
                <a:lnTo>
                  <a:pt x="676122" y="443611"/>
                </a:lnTo>
                <a:lnTo>
                  <a:pt x="687133" y="348754"/>
                </a:lnTo>
                <a:close/>
              </a:path>
              <a:path w="1435734" h="452119">
                <a:moveTo>
                  <a:pt x="906703" y="4546"/>
                </a:moveTo>
                <a:lnTo>
                  <a:pt x="870788" y="0"/>
                </a:lnTo>
                <a:lnTo>
                  <a:pt x="869048" y="6819"/>
                </a:lnTo>
                <a:lnTo>
                  <a:pt x="866736" y="7378"/>
                </a:lnTo>
                <a:lnTo>
                  <a:pt x="687133" y="7378"/>
                </a:lnTo>
                <a:lnTo>
                  <a:pt x="676643" y="6908"/>
                </a:lnTo>
                <a:lnTo>
                  <a:pt x="664972" y="5753"/>
                </a:lnTo>
                <a:lnTo>
                  <a:pt x="654380" y="4267"/>
                </a:lnTo>
                <a:lnTo>
                  <a:pt x="647153" y="2832"/>
                </a:lnTo>
                <a:lnTo>
                  <a:pt x="638467" y="92011"/>
                </a:lnTo>
                <a:lnTo>
                  <a:pt x="675538" y="96558"/>
                </a:lnTo>
                <a:lnTo>
                  <a:pt x="679310" y="75653"/>
                </a:lnTo>
                <a:lnTo>
                  <a:pt x="685673" y="60134"/>
                </a:lnTo>
                <a:lnTo>
                  <a:pt x="696391" y="50469"/>
                </a:lnTo>
                <a:lnTo>
                  <a:pt x="713193" y="47142"/>
                </a:lnTo>
                <a:lnTo>
                  <a:pt x="726528" y="47142"/>
                </a:lnTo>
                <a:lnTo>
                  <a:pt x="726528" y="395338"/>
                </a:lnTo>
                <a:lnTo>
                  <a:pt x="722477" y="399872"/>
                </a:lnTo>
                <a:lnTo>
                  <a:pt x="702195" y="399872"/>
                </a:lnTo>
                <a:lnTo>
                  <a:pt x="702195" y="433387"/>
                </a:lnTo>
                <a:lnTo>
                  <a:pt x="842975" y="433387"/>
                </a:lnTo>
                <a:lnTo>
                  <a:pt x="842975" y="399872"/>
                </a:lnTo>
                <a:lnTo>
                  <a:pt x="821537" y="399872"/>
                </a:lnTo>
                <a:lnTo>
                  <a:pt x="818642" y="394766"/>
                </a:lnTo>
                <a:lnTo>
                  <a:pt x="818642" y="47142"/>
                </a:lnTo>
                <a:lnTo>
                  <a:pt x="835444" y="47142"/>
                </a:lnTo>
                <a:lnTo>
                  <a:pt x="860907" y="67411"/>
                </a:lnTo>
                <a:lnTo>
                  <a:pt x="860653" y="76822"/>
                </a:lnTo>
                <a:lnTo>
                  <a:pt x="858621" y="92011"/>
                </a:lnTo>
                <a:lnTo>
                  <a:pt x="897432" y="96558"/>
                </a:lnTo>
                <a:lnTo>
                  <a:pt x="906703" y="4546"/>
                </a:lnTo>
                <a:close/>
              </a:path>
              <a:path w="1435734" h="452119">
                <a:moveTo>
                  <a:pt x="1152359" y="344779"/>
                </a:moveTo>
                <a:lnTo>
                  <a:pt x="1116444" y="340804"/>
                </a:lnTo>
                <a:lnTo>
                  <a:pt x="1111897" y="366179"/>
                </a:lnTo>
                <a:lnTo>
                  <a:pt x="1104849" y="383260"/>
                </a:lnTo>
                <a:lnTo>
                  <a:pt x="1093470" y="392874"/>
                </a:lnTo>
                <a:lnTo>
                  <a:pt x="1075880" y="395897"/>
                </a:lnTo>
                <a:lnTo>
                  <a:pt x="1036485" y="395897"/>
                </a:lnTo>
                <a:lnTo>
                  <a:pt x="1036485" y="209029"/>
                </a:lnTo>
                <a:lnTo>
                  <a:pt x="1064882" y="209029"/>
                </a:lnTo>
                <a:lnTo>
                  <a:pt x="1072984" y="248793"/>
                </a:lnTo>
                <a:lnTo>
                  <a:pt x="1110068" y="253898"/>
                </a:lnTo>
                <a:lnTo>
                  <a:pt x="1121079" y="156768"/>
                </a:lnTo>
                <a:lnTo>
                  <a:pt x="1084567" y="152222"/>
                </a:lnTo>
                <a:lnTo>
                  <a:pt x="1082840" y="167563"/>
                </a:lnTo>
                <a:lnTo>
                  <a:pt x="1082840" y="172110"/>
                </a:lnTo>
                <a:lnTo>
                  <a:pt x="1036485" y="172110"/>
                </a:lnTo>
                <a:lnTo>
                  <a:pt x="1036485" y="43738"/>
                </a:lnTo>
                <a:lnTo>
                  <a:pt x="1086307" y="43738"/>
                </a:lnTo>
                <a:lnTo>
                  <a:pt x="1095590" y="48272"/>
                </a:lnTo>
                <a:lnTo>
                  <a:pt x="1099058" y="54533"/>
                </a:lnTo>
                <a:lnTo>
                  <a:pt x="1100848" y="62776"/>
                </a:lnTo>
                <a:lnTo>
                  <a:pt x="1100721" y="73698"/>
                </a:lnTo>
                <a:lnTo>
                  <a:pt x="1099629" y="84404"/>
                </a:lnTo>
                <a:lnTo>
                  <a:pt x="1098486" y="92011"/>
                </a:lnTo>
                <a:lnTo>
                  <a:pt x="1136142" y="97129"/>
                </a:lnTo>
                <a:lnTo>
                  <a:pt x="1146568" y="4546"/>
                </a:lnTo>
                <a:lnTo>
                  <a:pt x="1110653" y="0"/>
                </a:lnTo>
                <a:lnTo>
                  <a:pt x="1109484" y="6819"/>
                </a:lnTo>
                <a:lnTo>
                  <a:pt x="1105433" y="7378"/>
                </a:lnTo>
                <a:lnTo>
                  <a:pt x="922350" y="7378"/>
                </a:lnTo>
                <a:lnTo>
                  <a:pt x="922350" y="40894"/>
                </a:lnTo>
                <a:lnTo>
                  <a:pt x="941476" y="40894"/>
                </a:lnTo>
                <a:lnTo>
                  <a:pt x="944372" y="43738"/>
                </a:lnTo>
                <a:lnTo>
                  <a:pt x="944372" y="395897"/>
                </a:lnTo>
                <a:lnTo>
                  <a:pt x="943216" y="399872"/>
                </a:lnTo>
                <a:lnTo>
                  <a:pt x="922350" y="399872"/>
                </a:lnTo>
                <a:lnTo>
                  <a:pt x="922350" y="433387"/>
                </a:lnTo>
                <a:lnTo>
                  <a:pt x="1101953" y="433387"/>
                </a:lnTo>
                <a:lnTo>
                  <a:pt x="1104277" y="435660"/>
                </a:lnTo>
                <a:lnTo>
                  <a:pt x="1104277" y="439064"/>
                </a:lnTo>
                <a:lnTo>
                  <a:pt x="1140193" y="441909"/>
                </a:lnTo>
                <a:lnTo>
                  <a:pt x="1152359" y="344779"/>
                </a:lnTo>
                <a:close/>
              </a:path>
              <a:path w="1435734" h="452119">
                <a:moveTo>
                  <a:pt x="1435671" y="437362"/>
                </a:moveTo>
                <a:lnTo>
                  <a:pt x="1414030" y="384454"/>
                </a:lnTo>
                <a:lnTo>
                  <a:pt x="1396352" y="325894"/>
                </a:lnTo>
                <a:lnTo>
                  <a:pt x="1383118" y="271386"/>
                </a:lnTo>
                <a:lnTo>
                  <a:pt x="1379804" y="255028"/>
                </a:lnTo>
                <a:lnTo>
                  <a:pt x="1374838" y="230606"/>
                </a:lnTo>
                <a:lnTo>
                  <a:pt x="1394358" y="214706"/>
                </a:lnTo>
                <a:lnTo>
                  <a:pt x="1396136" y="213258"/>
                </a:lnTo>
                <a:lnTo>
                  <a:pt x="1411338" y="189357"/>
                </a:lnTo>
                <a:lnTo>
                  <a:pt x="1420469" y="160235"/>
                </a:lnTo>
                <a:lnTo>
                  <a:pt x="1423504" y="127228"/>
                </a:lnTo>
                <a:lnTo>
                  <a:pt x="1416380" y="81610"/>
                </a:lnTo>
                <a:lnTo>
                  <a:pt x="1396238" y="47752"/>
                </a:lnTo>
                <a:lnTo>
                  <a:pt x="1391564" y="44310"/>
                </a:lnTo>
                <a:lnTo>
                  <a:pt x="1364932" y="24701"/>
                </a:lnTo>
                <a:lnTo>
                  <a:pt x="1329067" y="13093"/>
                </a:lnTo>
                <a:lnTo>
                  <a:pt x="1329067" y="128371"/>
                </a:lnTo>
                <a:lnTo>
                  <a:pt x="1326324" y="168046"/>
                </a:lnTo>
                <a:lnTo>
                  <a:pt x="1318425" y="194475"/>
                </a:lnTo>
                <a:lnTo>
                  <a:pt x="1305852" y="209283"/>
                </a:lnTo>
                <a:lnTo>
                  <a:pt x="1289088" y="214134"/>
                </a:lnTo>
                <a:lnTo>
                  <a:pt x="1285621" y="214706"/>
                </a:lnTo>
                <a:lnTo>
                  <a:pt x="1285621" y="44310"/>
                </a:lnTo>
                <a:lnTo>
                  <a:pt x="1289088" y="44310"/>
                </a:lnTo>
                <a:lnTo>
                  <a:pt x="1302664" y="48412"/>
                </a:lnTo>
                <a:lnTo>
                  <a:pt x="1315593" y="62268"/>
                </a:lnTo>
                <a:lnTo>
                  <a:pt x="1325270" y="88150"/>
                </a:lnTo>
                <a:lnTo>
                  <a:pt x="1329067" y="128371"/>
                </a:lnTo>
                <a:lnTo>
                  <a:pt x="1329067" y="13093"/>
                </a:lnTo>
                <a:lnTo>
                  <a:pt x="1324356" y="11557"/>
                </a:lnTo>
                <a:lnTo>
                  <a:pt x="1276350" y="7378"/>
                </a:lnTo>
                <a:lnTo>
                  <a:pt x="1171486" y="7378"/>
                </a:lnTo>
                <a:lnTo>
                  <a:pt x="1171486" y="40894"/>
                </a:lnTo>
                <a:lnTo>
                  <a:pt x="1190028" y="40894"/>
                </a:lnTo>
                <a:lnTo>
                  <a:pt x="1193495" y="44869"/>
                </a:lnTo>
                <a:lnTo>
                  <a:pt x="1193495" y="395897"/>
                </a:lnTo>
                <a:lnTo>
                  <a:pt x="1191755" y="399872"/>
                </a:lnTo>
                <a:lnTo>
                  <a:pt x="1171486" y="399872"/>
                </a:lnTo>
                <a:lnTo>
                  <a:pt x="1171486" y="433387"/>
                </a:lnTo>
                <a:lnTo>
                  <a:pt x="1307630" y="433387"/>
                </a:lnTo>
                <a:lnTo>
                  <a:pt x="1307630" y="399872"/>
                </a:lnTo>
                <a:lnTo>
                  <a:pt x="1287360" y="399872"/>
                </a:lnTo>
                <a:lnTo>
                  <a:pt x="1285621" y="395897"/>
                </a:lnTo>
                <a:lnTo>
                  <a:pt x="1285621" y="255028"/>
                </a:lnTo>
                <a:lnTo>
                  <a:pt x="1294892" y="255028"/>
                </a:lnTo>
                <a:lnTo>
                  <a:pt x="1310322" y="303174"/>
                </a:lnTo>
                <a:lnTo>
                  <a:pt x="1328851" y="345147"/>
                </a:lnTo>
                <a:lnTo>
                  <a:pt x="1350492" y="382714"/>
                </a:lnTo>
                <a:lnTo>
                  <a:pt x="1375270" y="417601"/>
                </a:lnTo>
                <a:lnTo>
                  <a:pt x="1403223" y="451561"/>
                </a:lnTo>
                <a:lnTo>
                  <a:pt x="1435671" y="437362"/>
                </a:lnTo>
                <a:close/>
              </a:path>
            </a:pathLst>
          </a:custGeom>
          <a:solidFill>
            <a:srgbClr val="14131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 descr=""/>
          <p:cNvSpPr txBox="1"/>
          <p:nvPr/>
        </p:nvSpPr>
        <p:spPr>
          <a:xfrm>
            <a:off x="7433364" y="14514171"/>
            <a:ext cx="860425" cy="197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Figure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4: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Partner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Company</a:t>
            </a:r>
            <a:r>
              <a:rPr dirty="0" sz="550" spc="5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(Source: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https://falter.at)</a:t>
            </a:r>
            <a:endParaRPr sz="550">
              <a:latin typeface="Roboto"/>
              <a:cs typeface="Roboto"/>
            </a:endParaRPr>
          </a:p>
        </p:txBody>
      </p:sp>
      <p:pic>
        <p:nvPicPr>
          <p:cNvPr id="135" name="object 135" descr="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9014220" y="14063736"/>
            <a:ext cx="2793264" cy="447358"/>
          </a:xfrm>
          <a:prstGeom prst="rect">
            <a:avLst/>
          </a:prstGeom>
        </p:spPr>
      </p:pic>
      <p:sp>
        <p:nvSpPr>
          <p:cNvPr id="136" name="object 136" descr=""/>
          <p:cNvSpPr txBox="1"/>
          <p:nvPr/>
        </p:nvSpPr>
        <p:spPr>
          <a:xfrm>
            <a:off x="9047969" y="14503441"/>
            <a:ext cx="1005840" cy="197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Figure</a:t>
            </a:r>
            <a:r>
              <a:rPr dirty="0" sz="550" spc="1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5: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Partner</a:t>
            </a:r>
            <a:r>
              <a:rPr dirty="0" sz="550" spc="2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Company</a:t>
            </a:r>
            <a:r>
              <a:rPr dirty="0" sz="550" spc="50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>
                <a:solidFill>
                  <a:srgbClr val="231F20"/>
                </a:solidFill>
                <a:latin typeface="Roboto"/>
                <a:cs typeface="Roboto"/>
              </a:rPr>
              <a:t>(Source:</a:t>
            </a:r>
            <a:r>
              <a:rPr dirty="0" sz="550" spc="5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550" spc="-10">
                <a:solidFill>
                  <a:srgbClr val="231F20"/>
                </a:solidFill>
                <a:latin typeface="Roboto"/>
                <a:cs typeface="Roboto"/>
              </a:rPr>
              <a:t>https://derstandard.at)</a:t>
            </a:r>
            <a:endParaRPr sz="550">
              <a:latin typeface="Roboto"/>
              <a:cs typeface="Roboto"/>
            </a:endParaRPr>
          </a:p>
        </p:txBody>
      </p:sp>
      <p:grpSp>
        <p:nvGrpSpPr>
          <p:cNvPr id="137" name="object 137" descr=""/>
          <p:cNvGrpSpPr/>
          <p:nvPr/>
        </p:nvGrpSpPr>
        <p:grpSpPr>
          <a:xfrm>
            <a:off x="549749" y="6070098"/>
            <a:ext cx="337820" cy="1649730"/>
            <a:chOff x="549749" y="6070098"/>
            <a:chExt cx="337820" cy="1649730"/>
          </a:xfrm>
        </p:grpSpPr>
        <p:pic>
          <p:nvPicPr>
            <p:cNvPr id="138" name="object 138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49750" y="7381913"/>
              <a:ext cx="337805" cy="337805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49749" y="6923059"/>
              <a:ext cx="337806" cy="337806"/>
            </a:xfrm>
            <a:prstGeom prst="rect">
              <a:avLst/>
            </a:prstGeom>
          </p:spPr>
        </p:pic>
        <p:pic>
          <p:nvPicPr>
            <p:cNvPr id="140" name="object 140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549749" y="6513643"/>
              <a:ext cx="337806" cy="337806"/>
            </a:xfrm>
            <a:prstGeom prst="rect">
              <a:avLst/>
            </a:prstGeom>
          </p:spPr>
        </p:pic>
        <p:pic>
          <p:nvPicPr>
            <p:cNvPr id="141" name="object 141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49749" y="6070098"/>
              <a:ext cx="337806" cy="337806"/>
            </a:xfrm>
            <a:prstGeom prst="rect">
              <a:avLst/>
            </a:prstGeom>
          </p:spPr>
        </p:pic>
      </p:grpSp>
      <p:sp>
        <p:nvSpPr>
          <p:cNvPr id="142" name="object 142" descr=""/>
          <p:cNvSpPr txBox="1"/>
          <p:nvPr/>
        </p:nvSpPr>
        <p:spPr>
          <a:xfrm>
            <a:off x="7150480" y="6023649"/>
            <a:ext cx="996950" cy="386715"/>
          </a:xfrm>
          <a:prstGeom prst="rect">
            <a:avLst/>
          </a:prstGeom>
          <a:solidFill>
            <a:srgbClr val="577173"/>
          </a:solidFill>
        </p:spPr>
        <p:txBody>
          <a:bodyPr wrap="square" lIns="0" tIns="9588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755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dirty="0" sz="16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650">
              <a:latin typeface="Arial"/>
              <a:cs typeface="Arial"/>
            </a:endParaRPr>
          </a:p>
        </p:txBody>
      </p:sp>
      <p:sp>
        <p:nvSpPr>
          <p:cNvPr id="143" name="object 143" descr=""/>
          <p:cNvSpPr txBox="1"/>
          <p:nvPr/>
        </p:nvSpPr>
        <p:spPr>
          <a:xfrm>
            <a:off x="7150480" y="8004680"/>
            <a:ext cx="996950" cy="386715"/>
          </a:xfrm>
          <a:prstGeom prst="rect">
            <a:avLst/>
          </a:prstGeom>
          <a:solidFill>
            <a:srgbClr val="577173"/>
          </a:solidFill>
        </p:spPr>
        <p:txBody>
          <a:bodyPr wrap="square" lIns="0" tIns="9588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755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dirty="0" sz="16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5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650">
              <a:latin typeface="Arial"/>
              <a:cs typeface="Arial"/>
            </a:endParaRPr>
          </a:p>
        </p:txBody>
      </p:sp>
      <p:sp>
        <p:nvSpPr>
          <p:cNvPr id="144" name="object 144" descr=""/>
          <p:cNvSpPr txBox="1"/>
          <p:nvPr/>
        </p:nvSpPr>
        <p:spPr>
          <a:xfrm>
            <a:off x="7150480" y="9825087"/>
            <a:ext cx="996950" cy="386715"/>
          </a:xfrm>
          <a:prstGeom prst="rect">
            <a:avLst/>
          </a:prstGeom>
          <a:solidFill>
            <a:srgbClr val="577173"/>
          </a:solidFill>
        </p:spPr>
        <p:txBody>
          <a:bodyPr wrap="square" lIns="0" tIns="95885" rIns="0" bIns="0" rtlCol="0" vert="horz">
            <a:spAutoFit/>
          </a:bodyPr>
          <a:lstStyle/>
          <a:p>
            <a:pPr marL="111125">
              <a:lnSpc>
                <a:spcPct val="100000"/>
              </a:lnSpc>
              <a:spcBef>
                <a:spcPts val="755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Phase</a:t>
            </a:r>
            <a:r>
              <a:rPr dirty="0" sz="165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5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650">
              <a:latin typeface="Arial"/>
              <a:cs typeface="Arial"/>
            </a:endParaRPr>
          </a:p>
        </p:txBody>
      </p:sp>
      <p:sp>
        <p:nvSpPr>
          <p:cNvPr id="145" name="object 145" descr=""/>
          <p:cNvSpPr txBox="1"/>
          <p:nvPr/>
        </p:nvSpPr>
        <p:spPr>
          <a:xfrm>
            <a:off x="926370" y="18242088"/>
            <a:ext cx="2679700" cy="10502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2800"/>
              </a:lnSpc>
              <a:spcBef>
                <a:spcPts val="95"/>
              </a:spcBef>
            </a:pP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Dipl.-Ing.</a:t>
            </a:r>
            <a:r>
              <a:rPr dirty="0" sz="1100" spc="-15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31F20"/>
                </a:solidFill>
                <a:latin typeface="Arial"/>
                <a:cs typeface="Arial"/>
              </a:rPr>
              <a:t>Thomas</a:t>
            </a:r>
            <a:r>
              <a:rPr dirty="0" sz="1100" spc="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55">
                <a:solidFill>
                  <a:srgbClr val="231F20"/>
                </a:solidFill>
                <a:latin typeface="Arial"/>
                <a:cs typeface="Arial"/>
              </a:rPr>
              <a:t>E.</a:t>
            </a:r>
            <a:r>
              <a:rPr dirty="0" sz="1100" spc="2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231F20"/>
                </a:solidFill>
                <a:latin typeface="Arial"/>
                <a:cs typeface="Arial"/>
              </a:rPr>
              <a:t>Kolb 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  <a:hlinkClick r:id="rId45"/>
              </a:rPr>
              <a:t>thomas.kolb@tuwien.ac.at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https://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  <a:hlinkClick r:id="rId46"/>
              </a:rPr>
              <a:t>www.linkedin.com/in/kolb-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  <a:hlinkClick r:id="rId46"/>
              </a:rPr>
              <a:t>thomas/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 </a:t>
            </a:r>
            <a:r>
              <a:rPr dirty="0" sz="1100">
                <a:solidFill>
                  <a:srgbClr val="231F20"/>
                </a:solidFill>
                <a:latin typeface="Roboto"/>
                <a:cs typeface="Roboto"/>
              </a:rPr>
              <a:t>https://recsys-lab.at/team/thomas-</a:t>
            </a:r>
            <a:r>
              <a:rPr dirty="0" sz="1100" spc="-10">
                <a:solidFill>
                  <a:srgbClr val="231F20"/>
                </a:solidFill>
                <a:latin typeface="Roboto"/>
                <a:cs typeface="Roboto"/>
              </a:rPr>
              <a:t>kolb/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31F2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2025-02-28T09:28:19Z</dcterms:created>
  <dcterms:modified xsi:type="dcterms:W3CDTF">2025-02-28T09:28:19Z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2024-10-04T00:00:00Z</vt:filetime>
  </property>
  <property fmtid="{D5CDD505-2E9C-101B-9397-08002B2CF9AE}" pid="3" name="Creator">
    <vt:lpwstr>TeX</vt:lpwstr>
  </property>
  <property fmtid="{D5CDD505-2E9C-101B-9397-08002B2CF9AE}" pid="4" name="LastSaved">
    <vt:filetime>2025-02-28T00:00:00Z</vt:filetime>
  </property>
  <property fmtid="{D5CDD505-2E9C-101B-9397-08002B2CF9AE}" pid="5" name="PTEX.Fullbanner">
    <vt:lpwstr>This is pdfTeX, Version 3.141592653-2.6-1.40.22 (TeX Live 2021/TeX Live for SUSE Linux) kpathsea version 6.3.3</vt:lpwstr>
  </property>
  <property fmtid="{D5CDD505-2E9C-101B-9397-08002B2CF9AE}" pid="6" name="Producer">
    <vt:lpwstr>pdfTeX-1.40.22</vt:lpwstr>
  </property>
</Properties>
</file>